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37" r:id="rId30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4BF3D9A6-B95A-493E-B5C5-8A8914C724FE}">
          <p14:sldIdLst>
            <p14:sldId id="334"/>
            <p14:sldId id="273"/>
            <p14:sldId id="336"/>
          </p14:sldIdLst>
        </p14:section>
        <p14:section name="Section Dividers" id="{3B2BC9D2-A46D-4838-B2DB-1F25C995629C}">
          <p14:sldIdLst>
            <p14:sldId id="328"/>
            <p14:sldId id="265"/>
            <p14:sldId id="341"/>
          </p14:sldIdLst>
        </p14:section>
        <p14:section name="Branding" id="{7BF8C5C8-D4A3-4CB2-B72E-C787C3CCC50B}">
          <p14:sldIdLst>
            <p14:sldId id="321"/>
            <p14:sldId id="340"/>
            <p14:sldId id="268"/>
            <p14:sldId id="320"/>
          </p14:sldIdLst>
        </p14:section>
        <p14:section name="Charts--Tables--Maps" id="{99ACB895-6A4B-4467-84EF-51141F983F5A}">
          <p14:sldIdLst>
            <p14:sldId id="270"/>
            <p14:sldId id="276"/>
            <p14:sldId id="330"/>
            <p14:sldId id="329"/>
            <p14:sldId id="290"/>
          </p14:sldIdLst>
        </p14:section>
        <p14:section name="Products and Services" id="{BA7062F0-966E-4A23-9847-065BF23261FD}">
          <p14:sldIdLst>
            <p14:sldId id="315"/>
            <p14:sldId id="327"/>
            <p14:sldId id="274"/>
            <p14:sldId id="312"/>
          </p14:sldIdLst>
        </p14:section>
        <p14:section name="Layouts" id="{34107625-2894-405F-BE42-E47E14BB5F20}">
          <p14:sldIdLst>
            <p14:sldId id="314"/>
            <p14:sldId id="342"/>
            <p14:sldId id="318"/>
            <p14:sldId id="331"/>
            <p14:sldId id="325"/>
          </p14:sldIdLst>
        </p14:section>
        <p14:section name="Contact Slides" id="{D8E60862-925C-44E6-93B3-4EEC317D3C7B}">
          <p14:sldIdLst>
            <p14:sldId id="333"/>
          </p14:sldIdLst>
        </p14:section>
        <p14:section name="Thank you Slide" id="{8F060EA3-819C-448B-A0B7-01AB45978EE6}">
          <p14:sldIdLst>
            <p14:sldId id="337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B6B6"/>
    <a:srgbClr val="8E1A29"/>
    <a:srgbClr val="5A0C19"/>
    <a:srgbClr val="06868C"/>
    <a:srgbClr val="E1413F"/>
    <a:srgbClr val="C02126"/>
    <a:srgbClr val="2C1113"/>
    <a:srgbClr val="EFC04B"/>
    <a:srgbClr val="FEFEFF"/>
    <a:srgbClr val="39D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1" autoAdjust="0"/>
    <p:restoredTop sz="96322" autoAdjust="0"/>
  </p:normalViewPr>
  <p:slideViewPr>
    <p:cSldViewPr snapToGrid="0">
      <p:cViewPr varScale="1">
        <p:scale>
          <a:sx n="158" d="100"/>
          <a:sy n="158" d="100"/>
        </p:scale>
        <p:origin x="112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116" d="100"/>
          <a:sy n="116" d="100"/>
        </p:scale>
        <p:origin x="4570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4C9-42A1-B008-5255E9415F12}"/>
              </c:ext>
            </c:extLst>
          </c:dPt>
          <c:dPt>
            <c:idx val="1"/>
            <c:bubble3D val="0"/>
            <c:spPr>
              <a:solidFill>
                <a:schemeClr val="accent2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4C9-42A1-B008-5255E9415F12}"/>
              </c:ext>
            </c:extLst>
          </c:dPt>
          <c:dPt>
            <c:idx val="2"/>
            <c:bubble3D val="0"/>
            <c:spPr>
              <a:solidFill>
                <a:srgbClr val="3DB6B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A50-42FD-B665-875B7EA2EA22}"/>
              </c:ext>
            </c:extLst>
          </c:dPt>
          <c:dPt>
            <c:idx val="3"/>
            <c:bubble3D val="0"/>
            <c:spPr>
              <a:solidFill>
                <a:srgbClr val="5A0C1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50-42FD-B665-875B7EA2EA22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3.2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50-42FD-B665-875B7EA2E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2"/>
                </a:solidFill>
              </a:rPr>
              <a:t>Graph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06-45DC-B7C4-973040273B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06-45DC-B7C4-973040273B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06-45DC-B7C4-973040273B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6347288"/>
        <c:axId val="996343688"/>
      </c:barChart>
      <c:catAx>
        <c:axId val="996347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6343688"/>
        <c:crosses val="autoZero"/>
        <c:auto val="1"/>
        <c:lblAlgn val="ctr"/>
        <c:lblOffset val="100"/>
        <c:noMultiLvlLbl val="0"/>
      </c:catAx>
      <c:valAx>
        <c:axId val="996343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63472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1139B0-EA16-EA03-FE8E-6200EF657F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53ACF-4979-D111-69E5-4195DCB84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FDF31-E283-4B5A-BA54-DD06DFACC043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21E69-DEA7-CB69-B190-58CC5318F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42D72-9082-8049-152D-DE09BF8245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068B9-4982-4112-ADDA-897E78CC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913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6C78A-CFB9-4257-917F-C10E0100DA19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76EE6-A603-4AFD-883B-D245EC58D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664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Relationship Id="rId11" Type="http://schemas.openxmlformats.org/officeDocument/2006/relationships/image" Target="../media/image20.svg"/><Relationship Id="rId12" Type="http://schemas.openxmlformats.org/officeDocument/2006/relationships/image" Target="../media/image21.png"/><Relationship Id="rId13" Type="http://schemas.openxmlformats.org/officeDocument/2006/relationships/image" Target="../media/image22.svg"/><Relationship Id="rId14" Type="http://schemas.openxmlformats.org/officeDocument/2006/relationships/image" Target="../media/image23.png"/><Relationship Id="rId15" Type="http://schemas.openxmlformats.org/officeDocument/2006/relationships/image" Target="../media/image24.svg"/><Relationship Id="rId16" Type="http://schemas.openxmlformats.org/officeDocument/2006/relationships/image" Target="../media/image25.png"/><Relationship Id="rId17" Type="http://schemas.openxmlformats.org/officeDocument/2006/relationships/image" Target="../media/image26.svg"/><Relationship Id="rId18" Type="http://schemas.openxmlformats.org/officeDocument/2006/relationships/image" Target="../media/image27.png"/><Relationship Id="rId19" Type="http://schemas.openxmlformats.org/officeDocument/2006/relationships/image" Target="../media/image28.svg"/><Relationship Id="rId20" Type="http://schemas.openxmlformats.org/officeDocument/2006/relationships/image" Target="../media/image29.png"/><Relationship Id="rId21" Type="http://schemas.openxmlformats.org/officeDocument/2006/relationships/image" Target="../media/image30.svg"/><Relationship Id="rId22" Type="http://schemas.openxmlformats.org/officeDocument/2006/relationships/image" Target="../media/image31.png"/><Relationship Id="rId23" Type="http://schemas.openxmlformats.org/officeDocument/2006/relationships/image" Target="../media/image32.svg"/><Relationship Id="rId24" Type="http://schemas.openxmlformats.org/officeDocument/2006/relationships/image" Target="../media/image33.png"/><Relationship Id="rId25" Type="http://schemas.openxmlformats.org/officeDocument/2006/relationships/image" Target="../media/image34.svg"/><Relationship Id="rId26" Type="http://schemas.openxmlformats.org/officeDocument/2006/relationships/image" Target="../media/image35.png"/><Relationship Id="rId27" Type="http://schemas.openxmlformats.org/officeDocument/2006/relationships/image" Target="../media/image36.svg"/><Relationship Id="rId28" Type="http://schemas.openxmlformats.org/officeDocument/2006/relationships/image" Target="../media/image37.png"/><Relationship Id="rId29" Type="http://schemas.openxmlformats.org/officeDocument/2006/relationships/image" Target="../media/image38.svg"/><Relationship Id="rId30" Type="http://schemas.openxmlformats.org/officeDocument/2006/relationships/image" Target="../media/image39.png"/><Relationship Id="rId31" Type="http://schemas.openxmlformats.org/officeDocument/2006/relationships/image" Target="../media/image40.svg"/><Relationship Id="rId32" Type="http://schemas.openxmlformats.org/officeDocument/2006/relationships/image" Target="../media/image41.png"/><Relationship Id="rId33" Type="http://schemas.openxmlformats.org/officeDocument/2006/relationships/image" Target="../media/image42.svg"/><Relationship Id="rId34" Type="http://schemas.openxmlformats.org/officeDocument/2006/relationships/image" Target="../media/image43.png"/><Relationship Id="rId35" Type="http://schemas.openxmlformats.org/officeDocument/2006/relationships/image" Target="../media/image44.svg"/><Relationship Id="rId36" Type="http://schemas.openxmlformats.org/officeDocument/2006/relationships/image" Target="../media/image45.png"/><Relationship Id="rId37" Type="http://schemas.openxmlformats.org/officeDocument/2006/relationships/image" Target="../media/image46.svg"/><Relationship Id="rId38" Type="http://schemas.openxmlformats.org/officeDocument/2006/relationships/image" Target="../media/image47.png"/><Relationship Id="rId39" Type="http://schemas.openxmlformats.org/officeDocument/2006/relationships/image" Target="../media/image48.svg"/><Relationship Id="rId40" Type="http://schemas.openxmlformats.org/officeDocument/2006/relationships/image" Target="../media/image49.png"/><Relationship Id="rId41" Type="http://schemas.openxmlformats.org/officeDocument/2006/relationships/image" Target="../media/image50.svg"/><Relationship Id="rId42" Type="http://schemas.openxmlformats.org/officeDocument/2006/relationships/image" Target="../media/image51.png"/><Relationship Id="rId43" Type="http://schemas.openxmlformats.org/officeDocument/2006/relationships/image" Target="../media/image52.svg"/><Relationship Id="rId44" Type="http://schemas.openxmlformats.org/officeDocument/2006/relationships/image" Target="../media/image53.png"/><Relationship Id="rId45" Type="http://schemas.openxmlformats.org/officeDocument/2006/relationships/image" Target="../media/image54.svg"/><Relationship Id="rId46" Type="http://schemas.openxmlformats.org/officeDocument/2006/relationships/image" Target="../media/image55.png"/><Relationship Id="rId47" Type="http://schemas.openxmlformats.org/officeDocument/2006/relationships/image" Target="../media/image56.svg"/><Relationship Id="rId48" Type="http://schemas.openxmlformats.org/officeDocument/2006/relationships/image" Target="../media/image57.png"/><Relationship Id="rId49" Type="http://schemas.openxmlformats.org/officeDocument/2006/relationships/image" Target="../media/image58.svg"/><Relationship Id="rId50" Type="http://schemas.openxmlformats.org/officeDocument/2006/relationships/image" Target="../media/image59.png"/><Relationship Id="rId51" Type="http://schemas.openxmlformats.org/officeDocument/2006/relationships/image" Target="../media/image60.svg"/><Relationship Id="rId52" Type="http://schemas.openxmlformats.org/officeDocument/2006/relationships/image" Target="../media/image61.png"/><Relationship Id="rId53" Type="http://schemas.openxmlformats.org/officeDocument/2006/relationships/image" Target="../media/image62.svg"/><Relationship Id="rId54" Type="http://schemas.openxmlformats.org/officeDocument/2006/relationships/image" Target="../media/image63.png"/><Relationship Id="rId55" Type="http://schemas.openxmlformats.org/officeDocument/2006/relationships/image" Target="../media/image64.svg"/><Relationship Id="rId56" Type="http://schemas.openxmlformats.org/officeDocument/2006/relationships/image" Target="../media/image65.png"/><Relationship Id="rId57" Type="http://schemas.openxmlformats.org/officeDocument/2006/relationships/image" Target="../media/image66.svg"/><Relationship Id="rId58" Type="http://schemas.openxmlformats.org/officeDocument/2006/relationships/image" Target="../media/image67.png"/><Relationship Id="rId59" Type="http://schemas.openxmlformats.org/officeDocument/2006/relationships/image" Target="../media/image68.svg"/><Relationship Id="rId60" Type="http://schemas.openxmlformats.org/officeDocument/2006/relationships/image" Target="../media/image69.png"/><Relationship Id="rId61" Type="http://schemas.openxmlformats.org/officeDocument/2006/relationships/image" Target="../media/image70.svg"/><Relationship Id="rId62" Type="http://schemas.openxmlformats.org/officeDocument/2006/relationships/image" Target="../media/image71.png"/><Relationship Id="rId63" Type="http://schemas.openxmlformats.org/officeDocument/2006/relationships/image" Target="../media/image72.svg"/><Relationship Id="rId64" Type="http://schemas.openxmlformats.org/officeDocument/2006/relationships/image" Target="../media/image73.png"/><Relationship Id="rId65" Type="http://schemas.openxmlformats.org/officeDocument/2006/relationships/image" Target="../media/image74.svg"/><Relationship Id="rId66" Type="http://schemas.openxmlformats.org/officeDocument/2006/relationships/image" Target="../media/image75.png"/><Relationship Id="rId67" Type="http://schemas.openxmlformats.org/officeDocument/2006/relationships/image" Target="../media/image76.svg"/><Relationship Id="rId68" Type="http://schemas.openxmlformats.org/officeDocument/2006/relationships/image" Target="../media/image77.png"/><Relationship Id="rId69" Type="http://schemas.openxmlformats.org/officeDocument/2006/relationships/image" Target="../media/image78.svg"/><Relationship Id="rId70" Type="http://schemas.openxmlformats.org/officeDocument/2006/relationships/image" Target="../media/image79.png"/><Relationship Id="rId71" Type="http://schemas.openxmlformats.org/officeDocument/2006/relationships/image" Target="../media/image80.svg"/><Relationship Id="rId72" Type="http://schemas.openxmlformats.org/officeDocument/2006/relationships/image" Target="../media/image81.png"/><Relationship Id="rId73" Type="http://schemas.openxmlformats.org/officeDocument/2006/relationships/image" Target="../media/image82.svg"/><Relationship Id="rId74" Type="http://schemas.openxmlformats.org/officeDocument/2006/relationships/image" Target="../media/image83.png"/><Relationship Id="rId75" Type="http://schemas.openxmlformats.org/officeDocument/2006/relationships/image" Target="../media/image84.svg"/><Relationship Id="rId76" Type="http://schemas.openxmlformats.org/officeDocument/2006/relationships/image" Target="../media/image85.png"/><Relationship Id="rId77" Type="http://schemas.openxmlformats.org/officeDocument/2006/relationships/image" Target="../media/image86.svg"/><Relationship Id="rId78" Type="http://schemas.openxmlformats.org/officeDocument/2006/relationships/image" Target="../media/image87.png"/><Relationship Id="rId79" Type="http://schemas.openxmlformats.org/officeDocument/2006/relationships/image" Target="../media/image88.svg"/><Relationship Id="rId80" Type="http://schemas.openxmlformats.org/officeDocument/2006/relationships/image" Target="../media/image89.png"/><Relationship Id="rId81" Type="http://schemas.openxmlformats.org/officeDocument/2006/relationships/image" Target="../media/image90.svg"/><Relationship Id="rId82" Type="http://schemas.openxmlformats.org/officeDocument/2006/relationships/image" Target="../media/image91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2.png"/><Relationship Id="rId3" Type="http://schemas.openxmlformats.org/officeDocument/2006/relationships/image" Target="../media/image93.svg"/><Relationship Id="rId4" Type="http://schemas.openxmlformats.org/officeDocument/2006/relationships/image" Target="../media/image94.png"/><Relationship Id="rId5" Type="http://schemas.openxmlformats.org/officeDocument/2006/relationships/image" Target="../media/image95.svg"/><Relationship Id="rId6" Type="http://schemas.openxmlformats.org/officeDocument/2006/relationships/image" Target="../media/image96.png"/><Relationship Id="rId7" Type="http://schemas.openxmlformats.org/officeDocument/2006/relationships/image" Target="../media/image9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8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8.jpeg"/><Relationship Id="rId3" Type="http://schemas.openxmlformats.org/officeDocument/2006/relationships/image" Target="../media/image99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091E04-014F-81DD-D3B0-EBDF6C2B8AF7}"/>
              </a:ext>
            </a:extLst>
          </p:cNvPr>
          <p:cNvSpPr/>
          <p:nvPr userDrawn="1"/>
        </p:nvSpPr>
        <p:spPr>
          <a:xfrm>
            <a:off x="5627244" y="924996"/>
            <a:ext cx="6564756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1DFDE-1306-DBED-3498-3C9745E754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715" y="2960871"/>
            <a:ext cx="3566787" cy="2547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2999CF-F039-E6E8-7BCC-4E7665C30CB0}"/>
              </a:ext>
            </a:extLst>
          </p:cNvPr>
          <p:cNvSpPr/>
          <p:nvPr userDrawn="1"/>
        </p:nvSpPr>
        <p:spPr>
          <a:xfrm rot="5400000">
            <a:off x="4898719" y="3015152"/>
            <a:ext cx="2912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BDF447-EBB6-7134-C840-173C12A1F9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248862" y="6182686"/>
            <a:ext cx="2571226" cy="4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87FCA6C-79DA-C7E2-5729-81C04DCCA6A8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C5427BE-759B-DEB1-0AF9-90EFE2FED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BC55CFA-82C4-9EC1-C23A-89FD4FCD73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370361-4EB3-0B7A-2E49-AB286B5F87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</p:spTree>
    <p:extLst>
      <p:ext uri="{BB962C8B-B14F-4D97-AF65-F5344CB8AC3E}">
        <p14:creationId xmlns:p14="http://schemas.microsoft.com/office/powerpoint/2010/main" val="397441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5480AE-6A77-0D7D-06EF-02C90F6FB2AF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6A9C8A-2F3E-6DC1-1EC0-BBDE870571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9163" y="0"/>
            <a:ext cx="4713287" cy="59404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D29DE7E-DE93-A4BC-0F3F-0830882A21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9AE4456-14E2-663F-1B1C-A7C487619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91F1E91-7854-C6D1-85D4-AED3108FE2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5BFFCEC-9621-7209-E872-ECDFDE2F9FA4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27565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red, person, wearing, shoes&#10;&#10;Description automatically generated">
            <a:extLst>
              <a:ext uri="{FF2B5EF4-FFF2-40B4-BE49-F238E27FC236}">
                <a16:creationId xmlns:a16="http://schemas.microsoft.com/office/drawing/2014/main" id="{EFF30EAB-505E-404A-C439-633DC8DC1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F668AF7-EE3D-5BEC-3BCD-99A2B626A5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783300F-B61E-4F68-AB4A-0D7CA5AF44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221EBD-E6CA-1907-B1E1-69D9A5EEA0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D4A6294-5EB7-710C-CB60-44228E642773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87994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4">
            <a:extLst>
              <a:ext uri="{FF2B5EF4-FFF2-40B4-BE49-F238E27FC236}">
                <a16:creationId xmlns:a16="http://schemas.microsoft.com/office/drawing/2014/main" id="{DF433F6D-1B0F-1FA6-D9AA-A3D7DEF64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-6867"/>
            <a:ext cx="4712844" cy="59398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17E9BD-C5D0-2F6B-4954-E1E64DDAD8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56B1E0A-DB66-4467-76F1-F6F7FE8B59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24A6DF-4316-931B-1DC1-37F0466724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2DD1B6A-19E1-679C-1B19-6479937C4F54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843222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4E192-8E16-D67C-9C5A-B86936458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1335D3A-64CD-D006-9FDC-AA165E60E9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7103386-47DB-978D-8402-AB5CC5AF5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A27B88-3B9A-D1C8-D3A8-7B5F51DDF2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B0A4F5C-AAD7-30A4-4A94-D63C943AA7CC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438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10519-F8D5-296D-BC36-A79F3E5873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535FE23-FF46-CDCB-E5E8-F4469561C2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6E7AD43-F018-2808-F246-378CE24148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C5CE8C-E220-DC08-6272-1AD00FA9CB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3565F49-FC64-F4D5-4E76-FBED3FED6B88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44068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10519-F8D5-296D-BC36-A79F3E5873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9A0B21F-5186-CB57-A528-7B44CAE95F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5ECCBB5-AF53-2EE2-7C07-A1F4287059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C3A204-7394-4F21-3BEE-0F86176A75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534A071-E39A-6143-E98A-9CA6B9CF4AB9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10904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10519-F8D5-296D-BC36-A79F3E5873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85EB525-BBEE-9EA9-74F8-3FCCBA5320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40F3DA7-BC67-817E-7B50-4166BB97A9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3E6EED-A11C-2B97-AA5D-4DEC1F013E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B954B9C-F2CB-F0C3-7F50-62B3F1290648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9252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10519-F8D5-296D-BC36-A79F3E5873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"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3AA6F0C-1D1E-696C-1D73-41DB404306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7539849-288E-76E7-DFD8-0A90F73E5A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0798A6-AB0D-CD4B-7405-3C1B7D8769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6D95A5A-1A60-8738-5EB9-A61E394CDFCE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60257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866048-9E72-C080-B287-0D311498FA7C}"/>
              </a:ext>
            </a:extLst>
          </p:cNvPr>
          <p:cNvSpPr/>
          <p:nvPr userDrawn="1"/>
        </p:nvSpPr>
        <p:spPr>
          <a:xfrm>
            <a:off x="0" y="924996"/>
            <a:ext cx="12192000" cy="43437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10519-F8D5-296D-BC36-A79F3E5873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0"/>
            <a:ext cx="4712844" cy="5933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FD5C9B-7630-0721-257D-88C50A061238}"/>
              </a:ext>
            </a:extLst>
          </p:cNvPr>
          <p:cNvSpPr/>
          <p:nvPr userDrawn="1"/>
        </p:nvSpPr>
        <p:spPr>
          <a:xfrm rot="5400000">
            <a:off x="5668963" y="2244907"/>
            <a:ext cx="1371600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3AA6F0C-1D1E-696C-1D73-41DB404306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8050" y="3774258"/>
            <a:ext cx="4842518" cy="39121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Presenter Title – Arial 14pt Dk Gray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7539849-288E-76E7-DFD8-0A90F73E5A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8050" y="3026638"/>
            <a:ext cx="4842518" cy="681854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292608" indent="0">
              <a:buNone/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Subtitle – Arial 16pt Dk Gray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0798A6-AB0D-CD4B-7405-3C1B7D8769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8050" y="1589269"/>
            <a:ext cx="4842518" cy="1371601"/>
          </a:xfrm>
          <a:noFill/>
        </p:spPr>
        <p:txBody>
          <a:bodyPr anchor="ctr" anchorCtr="0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- Arial</a:t>
            </a:r>
            <a:br>
              <a:rPr lang="en-US" dirty="0"/>
            </a:br>
            <a:r>
              <a:rPr lang="en-US" dirty="0"/>
              <a:t>32pt - Dk Gray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6DE6A4E-F36A-4F20-A3E1-724CB972B1FF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38536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6A0746-AE63-BED6-9F11-C6B37010C60A}"/>
              </a:ext>
            </a:extLst>
          </p:cNvPr>
          <p:cNvSpPr/>
          <p:nvPr userDrawn="1"/>
        </p:nvSpPr>
        <p:spPr>
          <a:xfrm>
            <a:off x="602382" y="590529"/>
            <a:ext cx="11024468" cy="5353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E2065-1320-4330-A045-0B825E6CADDA}"/>
              </a:ext>
            </a:extLst>
          </p:cNvPr>
          <p:cNvSpPr/>
          <p:nvPr userDrawn="1"/>
        </p:nvSpPr>
        <p:spPr>
          <a:xfrm>
            <a:off x="1191802" y="1600200"/>
            <a:ext cx="9806683" cy="275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425BC-1FAD-2DBC-0D66-93EEDFB44234}"/>
              </a:ext>
            </a:extLst>
          </p:cNvPr>
          <p:cNvSpPr/>
          <p:nvPr userDrawn="1"/>
        </p:nvSpPr>
        <p:spPr>
          <a:xfrm>
            <a:off x="1641241" y="2209800"/>
            <a:ext cx="137160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76C5C1-86EB-3FCC-F236-965AB6D2F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241" y="2540756"/>
            <a:ext cx="8822988" cy="888243"/>
          </a:xfrm>
        </p:spPr>
        <p:txBody>
          <a:bodyPr anchor="t" anchorCtr="0"/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Arial 26pt Dk Gray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3689543-B388-79B5-F06E-C62F696242E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41240" y="3482103"/>
            <a:ext cx="8822988" cy="619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Arial 16pt Dk Gray</a:t>
            </a: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6542A58-D67F-D7FE-CC37-AF3AED6F0B3C}"/>
              </a:ext>
            </a:extLst>
          </p:cNvPr>
          <p:cNvSpPr/>
          <p:nvPr userDrawn="1"/>
        </p:nvSpPr>
        <p:spPr>
          <a:xfrm>
            <a:off x="10452337" y="357432"/>
            <a:ext cx="1402580" cy="1402579"/>
          </a:xfrm>
          <a:custGeom>
            <a:avLst/>
            <a:gdLst>
              <a:gd name="connsiteX0" fmla="*/ 1278966 w 1402580"/>
              <a:gd name="connsiteY0" fmla="*/ 0 h 1402579"/>
              <a:gd name="connsiteX1" fmla="*/ 1402580 w 1402580"/>
              <a:gd name="connsiteY1" fmla="*/ 0 h 1402579"/>
              <a:gd name="connsiteX2" fmla="*/ 1402580 w 1402580"/>
              <a:gd name="connsiteY2" fmla="*/ 1 h 1402579"/>
              <a:gd name="connsiteX3" fmla="*/ 1402580 w 1402580"/>
              <a:gd name="connsiteY3" fmla="*/ 123615 h 1402579"/>
              <a:gd name="connsiteX4" fmla="*/ 1402580 w 1402580"/>
              <a:gd name="connsiteY4" fmla="*/ 1402579 h 1402579"/>
              <a:gd name="connsiteX5" fmla="*/ 1278966 w 1402580"/>
              <a:gd name="connsiteY5" fmla="*/ 1402579 h 1402579"/>
              <a:gd name="connsiteX6" fmla="*/ 1278966 w 1402580"/>
              <a:gd name="connsiteY6" fmla="*/ 123615 h 1402579"/>
              <a:gd name="connsiteX7" fmla="*/ 0 w 1402580"/>
              <a:gd name="connsiteY7" fmla="*/ 123615 h 1402579"/>
              <a:gd name="connsiteX8" fmla="*/ 0 w 1402580"/>
              <a:gd name="connsiteY8" fmla="*/ 1 h 1402579"/>
              <a:gd name="connsiteX9" fmla="*/ 1278966 w 1402580"/>
              <a:gd name="connsiteY9" fmla="*/ 1 h 1402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2580" h="1402579">
                <a:moveTo>
                  <a:pt x="1278966" y="0"/>
                </a:moveTo>
                <a:lnTo>
                  <a:pt x="1402580" y="0"/>
                </a:lnTo>
                <a:lnTo>
                  <a:pt x="1402580" y="1"/>
                </a:lnTo>
                <a:lnTo>
                  <a:pt x="1402580" y="123615"/>
                </a:lnTo>
                <a:lnTo>
                  <a:pt x="1402580" y="1402579"/>
                </a:lnTo>
                <a:lnTo>
                  <a:pt x="1278966" y="1402579"/>
                </a:lnTo>
                <a:lnTo>
                  <a:pt x="1278966" y="123615"/>
                </a:lnTo>
                <a:lnTo>
                  <a:pt x="0" y="123615"/>
                </a:lnTo>
                <a:lnTo>
                  <a:pt x="0" y="1"/>
                </a:lnTo>
                <a:lnTo>
                  <a:pt x="12789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8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2B082E-9B46-FD75-89AA-239251DEA988}"/>
              </a:ext>
            </a:extLst>
          </p:cNvPr>
          <p:cNvSpPr/>
          <p:nvPr userDrawn="1"/>
        </p:nvSpPr>
        <p:spPr>
          <a:xfrm>
            <a:off x="602382" y="590529"/>
            <a:ext cx="11024468" cy="5353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D73C551B-E6B1-110F-7ABD-5C6F40E46E95}"/>
              </a:ext>
            </a:extLst>
          </p:cNvPr>
          <p:cNvSpPr/>
          <p:nvPr userDrawn="1"/>
        </p:nvSpPr>
        <p:spPr>
          <a:xfrm>
            <a:off x="10452337" y="357432"/>
            <a:ext cx="1402580" cy="1402579"/>
          </a:xfrm>
          <a:custGeom>
            <a:avLst/>
            <a:gdLst>
              <a:gd name="connsiteX0" fmla="*/ 1278966 w 1402580"/>
              <a:gd name="connsiteY0" fmla="*/ 0 h 1402579"/>
              <a:gd name="connsiteX1" fmla="*/ 1402580 w 1402580"/>
              <a:gd name="connsiteY1" fmla="*/ 0 h 1402579"/>
              <a:gd name="connsiteX2" fmla="*/ 1402580 w 1402580"/>
              <a:gd name="connsiteY2" fmla="*/ 1 h 1402579"/>
              <a:gd name="connsiteX3" fmla="*/ 1402580 w 1402580"/>
              <a:gd name="connsiteY3" fmla="*/ 123615 h 1402579"/>
              <a:gd name="connsiteX4" fmla="*/ 1402580 w 1402580"/>
              <a:gd name="connsiteY4" fmla="*/ 1402579 h 1402579"/>
              <a:gd name="connsiteX5" fmla="*/ 1278966 w 1402580"/>
              <a:gd name="connsiteY5" fmla="*/ 1402579 h 1402579"/>
              <a:gd name="connsiteX6" fmla="*/ 1278966 w 1402580"/>
              <a:gd name="connsiteY6" fmla="*/ 123615 h 1402579"/>
              <a:gd name="connsiteX7" fmla="*/ 0 w 1402580"/>
              <a:gd name="connsiteY7" fmla="*/ 123615 h 1402579"/>
              <a:gd name="connsiteX8" fmla="*/ 0 w 1402580"/>
              <a:gd name="connsiteY8" fmla="*/ 1 h 1402579"/>
              <a:gd name="connsiteX9" fmla="*/ 1278966 w 1402580"/>
              <a:gd name="connsiteY9" fmla="*/ 1 h 1402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2580" h="1402579">
                <a:moveTo>
                  <a:pt x="1278966" y="0"/>
                </a:moveTo>
                <a:lnTo>
                  <a:pt x="1402580" y="0"/>
                </a:lnTo>
                <a:lnTo>
                  <a:pt x="1402580" y="1"/>
                </a:lnTo>
                <a:lnTo>
                  <a:pt x="1402580" y="123615"/>
                </a:lnTo>
                <a:lnTo>
                  <a:pt x="1402580" y="1402579"/>
                </a:lnTo>
                <a:lnTo>
                  <a:pt x="1278966" y="1402579"/>
                </a:lnTo>
                <a:lnTo>
                  <a:pt x="1278966" y="123615"/>
                </a:lnTo>
                <a:lnTo>
                  <a:pt x="0" y="123615"/>
                </a:lnTo>
                <a:lnTo>
                  <a:pt x="0" y="1"/>
                </a:lnTo>
                <a:lnTo>
                  <a:pt x="12789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C9CA43-CEC4-6875-5120-41236C65A2DF}"/>
              </a:ext>
            </a:extLst>
          </p:cNvPr>
          <p:cNvSpPr/>
          <p:nvPr userDrawn="1"/>
        </p:nvSpPr>
        <p:spPr>
          <a:xfrm>
            <a:off x="1191802" y="1600200"/>
            <a:ext cx="6428989" cy="275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407B7A-BF25-E7B5-511D-FA72ABE81D3A}"/>
              </a:ext>
            </a:extLst>
          </p:cNvPr>
          <p:cNvSpPr/>
          <p:nvPr userDrawn="1"/>
        </p:nvSpPr>
        <p:spPr>
          <a:xfrm>
            <a:off x="1641241" y="2209800"/>
            <a:ext cx="137160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192202-600C-DB20-0884-25C1B4224A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60086" y="590528"/>
            <a:ext cx="4666764" cy="53530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8D48F8-D130-08E7-51B5-24981055B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241" y="2540756"/>
            <a:ext cx="5137064" cy="888243"/>
          </a:xfrm>
        </p:spPr>
        <p:txBody>
          <a:bodyPr anchor="t" anchorCtr="0"/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Arial 26pt Dk Gray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E0BFB72-3F97-10ED-18A3-5CB5A5F72C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41240" y="3482103"/>
            <a:ext cx="5137064" cy="619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Arial 16pt Dk Gray</a:t>
            </a:r>
          </a:p>
        </p:txBody>
      </p:sp>
    </p:spTree>
    <p:extLst>
      <p:ext uri="{BB962C8B-B14F-4D97-AF65-F5344CB8AC3E}">
        <p14:creationId xmlns:p14="http://schemas.microsoft.com/office/powerpoint/2010/main" val="3991262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9FBCA05-FE42-3001-9935-BAC155FDB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Agenda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394F2EBE-18C1-F9FF-62C1-19C9820D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45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514142-CF19-AEC2-5593-2BC104AAB6C0}"/>
              </a:ext>
            </a:extLst>
          </p:cNvPr>
          <p:cNvSpPr/>
          <p:nvPr userDrawn="1"/>
        </p:nvSpPr>
        <p:spPr>
          <a:xfrm rot="16200000">
            <a:off x="-39555" y="1787103"/>
            <a:ext cx="137160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B8EA4656-548A-0063-1AF8-5F025843FFF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762" y="2823590"/>
            <a:ext cx="5369087" cy="31200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b="0" i="0">
                <a:solidFill>
                  <a:schemeClr val="tx1"/>
                </a:solidFill>
                <a:latin typeface="Rubik Light" pitchFamily="2" charset="-79"/>
                <a:cs typeface="Rubik Light" pitchFamily="2" charset="-79"/>
              </a:defRPr>
            </a:lvl1pPr>
          </a:lstStyle>
          <a:p>
            <a:pPr lvl="0"/>
            <a:r>
              <a:rPr lang="en-US" dirty="0"/>
              <a:t>Image goes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540C2F9-E4D7-C75B-4DE6-27B14509CF0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07074" y="1133307"/>
            <a:ext cx="10599775" cy="13716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Copy goes here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A5ED7A5-8000-6C9B-38F5-633D04DC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3CB8D2F-627B-2BF2-C48F-D62577190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5" y="2823590"/>
            <a:ext cx="5116275" cy="31128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93EE47D1-BD31-029E-A594-0B026CA9D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52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raphic 64">
            <a:extLst>
              <a:ext uri="{FF2B5EF4-FFF2-40B4-BE49-F238E27FC236}">
                <a16:creationId xmlns:a16="http://schemas.microsoft.com/office/drawing/2014/main" id="{E277E1C4-3741-3751-E269-D68744A17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6676" y="3578299"/>
            <a:ext cx="398297" cy="362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F468F1-D1BA-1EAE-6B3C-2A03C92FD585}"/>
              </a:ext>
            </a:extLst>
          </p:cNvPr>
          <p:cNvSpPr txBox="1"/>
          <p:nvPr userDrawn="1"/>
        </p:nvSpPr>
        <p:spPr>
          <a:xfrm>
            <a:off x="481599" y="1078820"/>
            <a:ext cx="513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Primary Colors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952DB-9BE2-85FC-4892-1BA219C5182C}"/>
              </a:ext>
            </a:extLst>
          </p:cNvPr>
          <p:cNvSpPr txBox="1"/>
          <p:nvPr userDrawn="1"/>
        </p:nvSpPr>
        <p:spPr>
          <a:xfrm>
            <a:off x="486148" y="2356816"/>
            <a:ext cx="528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Secondary Colors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E54C48-F3F8-8CB6-4C2C-6513A675C706}"/>
              </a:ext>
            </a:extLst>
          </p:cNvPr>
          <p:cNvSpPr txBox="1"/>
          <p:nvPr userDrawn="1"/>
        </p:nvSpPr>
        <p:spPr>
          <a:xfrm>
            <a:off x="6316938" y="1474391"/>
            <a:ext cx="528693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CC0000"/>
              </a:buClr>
            </a:pP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There are times where a secondary color palette may be necessary due to projector/ monitor issues or data that needs colors to support the message more accurately.</a:t>
            </a:r>
          </a:p>
          <a:p>
            <a:pPr marL="169863" indent="-169863">
              <a:spcAft>
                <a:spcPts val="600"/>
              </a:spcAft>
              <a:buClr>
                <a:srgbClr val="CC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Choose Fill 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&gt;</a:t>
            </a: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 More Fill Colors 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&gt;</a:t>
            </a: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 Custom</a:t>
            </a:r>
          </a:p>
          <a:p>
            <a:pPr marL="169863" indent="-169863">
              <a:spcAft>
                <a:spcPts val="600"/>
              </a:spcAft>
              <a:buClr>
                <a:srgbClr val="CC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Type in the Hex numerical values to create the colors </a:t>
            </a:r>
            <a:b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</a:br>
            <a:r>
              <a:rPr lang="en-US" sz="14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shown below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B7B719-5ACF-8E17-5999-C7D5FC370A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423" y="1555413"/>
            <a:ext cx="622050" cy="45942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8B71713-6D7E-C80A-9FD0-3B2454B50E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2451" y="1560176"/>
            <a:ext cx="622051" cy="45535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62BA96B-8FAA-6817-3ED7-749108C78A0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85520" y="1560176"/>
            <a:ext cx="622051" cy="45535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4DD27CE-C633-54C5-E09A-EFAB93DB797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88590" y="1555413"/>
            <a:ext cx="622050" cy="45942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91C2F53-588C-AFE6-F03B-32EC88EA214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5972" y="2846690"/>
            <a:ext cx="500069" cy="36606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6D26642-C74A-E706-9DC4-C3220262A7D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1060" y="2846690"/>
            <a:ext cx="500069" cy="36606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666D03B-3059-46A3-7F78-BFA6E1689F8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46148" y="2846690"/>
            <a:ext cx="500069" cy="36606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8C23251-A2C6-F195-C47D-43A34135E0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21236" y="2846690"/>
            <a:ext cx="500069" cy="3660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93C377D-EF88-4B0E-8E18-508B718330C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96324" y="2846690"/>
            <a:ext cx="500069" cy="36606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70F7B8-E8B5-4AE7-607B-0E65C8AA50A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71412" y="2846690"/>
            <a:ext cx="500069" cy="366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211C6E6B-0492-E5AC-C44A-EDE288BD5DC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46500" y="2846690"/>
            <a:ext cx="500069" cy="36606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6D233CE7-C148-C7D6-0CB1-BC5A44F5D42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1587" y="2846690"/>
            <a:ext cx="500069" cy="36606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2365CE17-7DA6-9822-ABF9-409D0522CB30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7398" y="3980670"/>
            <a:ext cx="500069" cy="366063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6E1D1F7-C86D-09FF-A683-74912D5AF69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62486" y="3980670"/>
            <a:ext cx="482337" cy="366063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6376AC41-D83F-92CE-6544-E22F8D95075F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737574" y="3980670"/>
            <a:ext cx="485883" cy="36606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33EFFDB0-2F41-134A-F9A8-B22B70135D09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312662" y="3980670"/>
            <a:ext cx="485883" cy="366063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A9AB08D8-0664-CB6E-9403-A6035D0BFAE8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887750" y="3980670"/>
            <a:ext cx="475245" cy="3660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1A4762-55A8-D370-0CEB-1938C3B22111}"/>
              </a:ext>
            </a:extLst>
          </p:cNvPr>
          <p:cNvSpPr txBox="1"/>
          <p:nvPr userDrawn="1"/>
        </p:nvSpPr>
        <p:spPr>
          <a:xfrm>
            <a:off x="490697" y="3518848"/>
            <a:ext cx="449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Functional Colors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4D758F-8469-D4C8-695F-CDA40C95417F}"/>
              </a:ext>
            </a:extLst>
          </p:cNvPr>
          <p:cNvSpPr txBox="1"/>
          <p:nvPr userDrawn="1"/>
        </p:nvSpPr>
        <p:spPr>
          <a:xfrm>
            <a:off x="6316939" y="1091493"/>
            <a:ext cx="528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Support Colors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82F1F-00A1-1C18-2FC5-3D892B235029}"/>
              </a:ext>
            </a:extLst>
          </p:cNvPr>
          <p:cNvSpPr txBox="1"/>
          <p:nvPr userDrawn="1"/>
        </p:nvSpPr>
        <p:spPr>
          <a:xfrm>
            <a:off x="6316939" y="5150642"/>
            <a:ext cx="838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Utility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C832F5C-8871-B994-AFEB-7F6A896B5F4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414499" y="3173082"/>
            <a:ext cx="398297" cy="36606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AC9ECF1-B8E0-AD4A-3952-AFF3744E488D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14500" y="3578300"/>
            <a:ext cx="398297" cy="36606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7CD30A7-5C77-31AA-190F-5142B01BF55F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414500" y="3983518"/>
            <a:ext cx="398297" cy="366063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971DCBB-7B4B-2D6E-0D65-C6E57719472A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414500" y="4388736"/>
            <a:ext cx="398297" cy="36606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68957CB1-B768-7816-E8BA-1B21D2DB529E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flipV="1">
            <a:off x="7352273" y="3170279"/>
            <a:ext cx="398297" cy="37207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5B966C3-AD2A-CDBB-D0D3-9AB8BF688E92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flipV="1">
            <a:off x="7352273" y="3575554"/>
            <a:ext cx="398297" cy="37207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03738DA1-D764-76F8-701A-C4330AC5E490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 flipV="1">
            <a:off x="7352273" y="3982557"/>
            <a:ext cx="398297" cy="36770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FA07DF7-6A9F-6C42-E9BD-2E310EE68D68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 flipV="1">
            <a:off x="7352273" y="4388734"/>
            <a:ext cx="398297" cy="366061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4EDEBD8-FED2-F655-8794-2C2C2E08D0A7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296676" y="3170280"/>
            <a:ext cx="398297" cy="36364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0868DA76-888D-EAE0-353D-F6E6DE5FC827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296676" y="3981876"/>
            <a:ext cx="398297" cy="36770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C7BB3EF4-6AC1-5F10-BCF4-ADA9FA905179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296676" y="4388056"/>
            <a:ext cx="398297" cy="366061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3F35EA32-5D54-8A2D-DB03-540249130823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249257" y="3170279"/>
            <a:ext cx="398297" cy="372075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DF9B772-5745-AB67-51CF-EDB84DC259AB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249257" y="3580651"/>
            <a:ext cx="398297" cy="37207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D0F559A5-02C3-88B2-3996-554F4D0CC086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9249257" y="3977506"/>
            <a:ext cx="398297" cy="372075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B06290D0-EA45-2D64-1E3F-988EB4444D9F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9249257" y="4382041"/>
            <a:ext cx="398297" cy="372075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DBDA50F6-2239-C237-D97A-34E69B0295A2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202151" y="3170279"/>
            <a:ext cx="398297" cy="372075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131DC08D-65A7-4928-3272-64DB33C8F422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202151" y="3577800"/>
            <a:ext cx="398297" cy="37207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FD0BA713-EE27-77C3-B7A8-0B025EF94FCC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202151" y="3977506"/>
            <a:ext cx="398297" cy="372075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B0AA1E80-A396-7E23-43E0-5FFEF5EEF694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202151" y="4382042"/>
            <a:ext cx="398297" cy="37207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B9B39909-9A61-F9E9-FCC7-ECFF030F7C38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414499" y="5528920"/>
            <a:ext cx="411832" cy="362573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81FF23C-5893-74FE-EECB-2E7A9D01BA31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13282" y="5528920"/>
            <a:ext cx="411832" cy="362573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B0BEFB0B-A60C-4AC4-7B4F-F50525692AB5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7619921" y="5528920"/>
            <a:ext cx="411832" cy="36257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B90B94B4-D517-DD93-B668-ECB60D3C3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2"/>
          <a:srcRect l="-1" r="2031" b="8730"/>
          <a:stretch/>
        </p:blipFill>
        <p:spPr>
          <a:xfrm>
            <a:off x="642683" y="4829630"/>
            <a:ext cx="1707585" cy="1323062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B242645F-A5D7-49D6-BEB6-B34A3D2E69A6}"/>
              </a:ext>
            </a:extLst>
          </p:cNvPr>
          <p:cNvSpPr txBox="1"/>
          <p:nvPr userDrawn="1"/>
        </p:nvSpPr>
        <p:spPr>
          <a:xfrm>
            <a:off x="2672988" y="5077041"/>
            <a:ext cx="32750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>
              <a:spcAft>
                <a:spcPts val="60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</a:pPr>
            <a:r>
              <a:rPr lang="en-US" sz="12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Our brand colors are built into </a:t>
            </a:r>
            <a:br>
              <a:rPr lang="en-US" sz="1200" dirty="0">
                <a:solidFill>
                  <a:schemeClr val="tx1"/>
                </a:solidFill>
                <a:latin typeface="+mn-lt"/>
                <a:cs typeface="Rubik Light" pitchFamily="2" charset="-79"/>
              </a:rPr>
            </a:br>
            <a:r>
              <a:rPr lang="en-US" sz="12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the template theme </a:t>
            </a:r>
          </a:p>
          <a:p>
            <a:pPr marL="169863" indent="-169863">
              <a:spcAft>
                <a:spcPts val="60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</a:pPr>
            <a:r>
              <a:rPr lang="en-US" sz="12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Charts and graphs will automatically default to this color palette</a:t>
            </a:r>
          </a:p>
          <a:p>
            <a:pPr marL="169863" indent="-169863">
              <a:spcAft>
                <a:spcPts val="60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</a:pPr>
            <a:r>
              <a:rPr lang="en-US" sz="1200" dirty="0">
                <a:solidFill>
                  <a:schemeClr val="tx1"/>
                </a:solidFill>
                <a:latin typeface="+mn-lt"/>
                <a:cs typeface="Rubik Light" pitchFamily="2" charset="-79"/>
              </a:rPr>
              <a:t>For more info on the approved colors, please reference the Brand Guide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D991100-6739-3990-456E-EFC0D5F2463D}"/>
              </a:ext>
            </a:extLst>
          </p:cNvPr>
          <p:cNvCxnSpPr>
            <a:cxnSpLocks/>
          </p:cNvCxnSpPr>
          <p:nvPr userDrawn="1"/>
        </p:nvCxnSpPr>
        <p:spPr>
          <a:xfrm>
            <a:off x="2431612" y="5210179"/>
            <a:ext cx="273728" cy="0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B8E8FD4-FF43-7413-945F-34955338039D}"/>
              </a:ext>
            </a:extLst>
          </p:cNvPr>
          <p:cNvSpPr/>
          <p:nvPr userDrawn="1"/>
        </p:nvSpPr>
        <p:spPr>
          <a:xfrm>
            <a:off x="602172" y="5087927"/>
            <a:ext cx="1797088" cy="231664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6FA3684-34CC-D214-0872-0F3865662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Colors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22665CBA-9E83-9E5B-DF32-D6A2C7EE6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8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0CED61E-B22D-EC21-5EFE-968F8E07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FD0CA16E-74C2-9906-9925-7D5DB529A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03456-3A70-6F30-A7A5-E1A3390AF3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6900" y="1410295"/>
            <a:ext cx="11009313" cy="313055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7AF5794-D48F-6115-C4CD-CEBC1BC1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B732F232-B262-C801-19E3-99BBAB04D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50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6250-D6CB-C57A-25BD-A69930B242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6900" y="1414750"/>
            <a:ext cx="11009313" cy="3112849"/>
          </a:xfrm>
        </p:spPr>
        <p:txBody>
          <a:bodyPr/>
          <a:lstStyle>
            <a:lvl1pPr marL="0" indent="0">
              <a:buNone/>
              <a:defRPr/>
            </a:lvl1pPr>
            <a:lvl2pPr marL="292608" indent="0">
              <a:buNone/>
              <a:defRPr/>
            </a:lvl2pPr>
            <a:lvl3pPr marL="576072" indent="0">
              <a:buNone/>
              <a:defRPr/>
            </a:lvl3pPr>
            <a:lvl4pPr marL="96012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Copy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7AF5794-D48F-6115-C4CD-CEBC1BC1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1E1B4779-DC29-A353-31F3-AF9E6018B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58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6C55E274-F086-6E82-475E-2E863BB3315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6875" y="1284288"/>
            <a:ext cx="11009974" cy="47212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5D5CCFF-D55C-04FB-2986-722041333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Tables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F81D1D9-A047-CC53-84D1-C7CBB6496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79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E65AA8-0606-9145-1F7A-F110299AA1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875" y="1407151"/>
            <a:ext cx="5215288" cy="283106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DA2B90E-058F-9616-6A99-6933A68EA0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1561" y="1407151"/>
            <a:ext cx="5215288" cy="2831066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035208F-900A-4B53-A918-C8DB3C80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F1F14304-2EEF-F82F-37BC-E8776630F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876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413BCD2-04A6-038F-79F3-A651CA1F9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6876" y="3340100"/>
            <a:ext cx="5217002" cy="2666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First level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749808" marR="0" lvl="2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Calibri" panose="020F0502020204030204" pitchFamily="34" charset="0"/>
              <a:buChar char="&gt;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8872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Rubik Light" pitchFamily="2" charset="-79"/>
              <a:buChar char="—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Fourth level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6B64A66-02C4-7E14-4502-81614963D43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389848" y="3340100"/>
            <a:ext cx="5217002" cy="2666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First level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749808" marR="0" lvl="2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Calibri" panose="020F0502020204030204" pitchFamily="34" charset="0"/>
              <a:buChar char="&gt;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8872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Rubik Light" pitchFamily="2" charset="-79"/>
              <a:buChar char="—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Fourth level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71A6ED9-52AB-C2CA-45CC-9A78D08A2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75" y="1151690"/>
            <a:ext cx="5217001" cy="204616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b="0" i="0"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EDDD72C-33EF-511E-81D3-6BDE57C49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89848" y="1130300"/>
            <a:ext cx="5217001" cy="204616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lang="en-US" sz="2200" b="0" i="0" kern="1200" baseline="0">
                <a:solidFill>
                  <a:schemeClr val="dk1"/>
                </a:solidFill>
                <a:latin typeface="+mn-lt"/>
                <a:ea typeface="+mn-ea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AD4895A-06EA-264E-7E0B-6EE8B33E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2CB2B9-E275-6657-F660-4B0C85044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9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5D676F-7A80-C861-8889-407AEB947B8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9288" y="1219200"/>
            <a:ext cx="2947987" cy="20526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58810C0-4149-A9AE-5E83-9FC5E361B9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9288" y="3778516"/>
            <a:ext cx="2947987" cy="20526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latin typeface="+mn-lt"/>
                <a:cs typeface="Rubik Light" pitchFamily="2" charset="-79"/>
              </a:defRPr>
            </a:lvl1pPr>
          </a:lstStyle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8A4D32-B229-AE10-6487-BCB4F377C904}"/>
              </a:ext>
            </a:extLst>
          </p:cNvPr>
          <p:cNvSpPr/>
          <p:nvPr userDrawn="1"/>
        </p:nvSpPr>
        <p:spPr>
          <a:xfrm rot="10800000">
            <a:off x="596875" y="4707169"/>
            <a:ext cx="1371600" cy="1371600"/>
          </a:xfrm>
          <a:custGeom>
            <a:avLst/>
            <a:gdLst>
              <a:gd name="connsiteX0" fmla="*/ 1371600 w 1371600"/>
              <a:gd name="connsiteY0" fmla="*/ 1371600 h 1371600"/>
              <a:gd name="connsiteX1" fmla="*/ 1250716 w 1371600"/>
              <a:gd name="connsiteY1" fmla="*/ 1371600 h 1371600"/>
              <a:gd name="connsiteX2" fmla="*/ 1250716 w 1371600"/>
              <a:gd name="connsiteY2" fmla="*/ 120884 h 1371600"/>
              <a:gd name="connsiteX3" fmla="*/ 0 w 1371600"/>
              <a:gd name="connsiteY3" fmla="*/ 120884 h 1371600"/>
              <a:gd name="connsiteX4" fmla="*/ 0 w 1371600"/>
              <a:gd name="connsiteY4" fmla="*/ 0 h 1371600"/>
              <a:gd name="connsiteX5" fmla="*/ 1250716 w 1371600"/>
              <a:gd name="connsiteY5" fmla="*/ 0 h 1371600"/>
              <a:gd name="connsiteX6" fmla="*/ 1371600 w 1371600"/>
              <a:gd name="connsiteY6" fmla="*/ 0 h 1371600"/>
              <a:gd name="connsiteX7" fmla="*/ 1371600 w 1371600"/>
              <a:gd name="connsiteY7" fmla="*/ 120884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71600" h="1371600">
                <a:moveTo>
                  <a:pt x="1371600" y="1371600"/>
                </a:moveTo>
                <a:lnTo>
                  <a:pt x="1250716" y="1371600"/>
                </a:lnTo>
                <a:lnTo>
                  <a:pt x="1250716" y="120884"/>
                </a:lnTo>
                <a:lnTo>
                  <a:pt x="0" y="120884"/>
                </a:lnTo>
                <a:lnTo>
                  <a:pt x="0" y="0"/>
                </a:lnTo>
                <a:lnTo>
                  <a:pt x="1250716" y="0"/>
                </a:lnTo>
                <a:lnTo>
                  <a:pt x="1371600" y="0"/>
                </a:lnTo>
                <a:lnTo>
                  <a:pt x="1371600" y="120884"/>
                </a:lnTo>
                <a:close/>
              </a:path>
            </a:pathLst>
          </a:custGeom>
          <a:solidFill>
            <a:srgbClr val="F0F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C058C0C-5C3A-AE16-2C1E-2C47E5E86552}"/>
              </a:ext>
            </a:extLst>
          </p:cNvPr>
          <p:cNvSpPr/>
          <p:nvPr userDrawn="1"/>
        </p:nvSpPr>
        <p:spPr>
          <a:xfrm rot="10800000">
            <a:off x="596875" y="2162071"/>
            <a:ext cx="1371600" cy="1371600"/>
          </a:xfrm>
          <a:custGeom>
            <a:avLst/>
            <a:gdLst>
              <a:gd name="connsiteX0" fmla="*/ 1371600 w 1371600"/>
              <a:gd name="connsiteY0" fmla="*/ 1371600 h 1371600"/>
              <a:gd name="connsiteX1" fmla="*/ 1250716 w 1371600"/>
              <a:gd name="connsiteY1" fmla="*/ 1371600 h 1371600"/>
              <a:gd name="connsiteX2" fmla="*/ 1250716 w 1371600"/>
              <a:gd name="connsiteY2" fmla="*/ 120884 h 1371600"/>
              <a:gd name="connsiteX3" fmla="*/ 0 w 1371600"/>
              <a:gd name="connsiteY3" fmla="*/ 120884 h 1371600"/>
              <a:gd name="connsiteX4" fmla="*/ 0 w 1371600"/>
              <a:gd name="connsiteY4" fmla="*/ 0 h 1371600"/>
              <a:gd name="connsiteX5" fmla="*/ 1250716 w 1371600"/>
              <a:gd name="connsiteY5" fmla="*/ 0 h 1371600"/>
              <a:gd name="connsiteX6" fmla="*/ 1371600 w 1371600"/>
              <a:gd name="connsiteY6" fmla="*/ 0 h 1371600"/>
              <a:gd name="connsiteX7" fmla="*/ 1371600 w 1371600"/>
              <a:gd name="connsiteY7" fmla="*/ 120884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71600" h="1371600">
                <a:moveTo>
                  <a:pt x="1371600" y="1371600"/>
                </a:moveTo>
                <a:lnTo>
                  <a:pt x="1250716" y="1371600"/>
                </a:lnTo>
                <a:lnTo>
                  <a:pt x="1250716" y="120884"/>
                </a:lnTo>
                <a:lnTo>
                  <a:pt x="0" y="120884"/>
                </a:lnTo>
                <a:lnTo>
                  <a:pt x="0" y="0"/>
                </a:lnTo>
                <a:lnTo>
                  <a:pt x="1250716" y="0"/>
                </a:lnTo>
                <a:lnTo>
                  <a:pt x="1371600" y="0"/>
                </a:lnTo>
                <a:lnTo>
                  <a:pt x="1371600" y="120884"/>
                </a:lnTo>
                <a:close/>
              </a:path>
            </a:pathLst>
          </a:custGeom>
          <a:solidFill>
            <a:srgbClr val="F0F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F4471-DDB5-3883-7A42-65011884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49E78-4249-7099-CCFB-901915BE0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5916" y="1901047"/>
            <a:ext cx="7240933" cy="15927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9962EAC-0E22-68EF-9E40-5E9FB5878EF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65915" y="4452673"/>
            <a:ext cx="7240933" cy="15927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First level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749808" marR="0" lvl="2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Calibri" panose="020F0502020204030204" pitchFamily="34" charset="0"/>
              <a:buChar char="&gt;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8872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Rubik Light" pitchFamily="2" charset="-79"/>
              <a:buChar char="—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Fourth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B77A3D-28A9-AFE6-87C7-AFD0A01937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65913" y="1289198"/>
            <a:ext cx="7240935" cy="598857"/>
          </a:xfrm>
        </p:spPr>
        <p:txBody>
          <a:bodyPr/>
          <a:lstStyle>
            <a:lvl1pPr marL="0" indent="0">
              <a:buNone/>
              <a:defRPr/>
            </a:lvl1pPr>
            <a:lvl2pPr marL="292608" indent="0">
              <a:buNone/>
              <a:defRPr/>
            </a:lvl2pPr>
            <a:lvl3pPr marL="576072" indent="0">
              <a:buNone/>
              <a:defRPr/>
            </a:lvl3pPr>
            <a:lvl4pPr marL="96012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358AF81-4C0E-0AC9-CF77-EED370D7E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5912" y="3853816"/>
            <a:ext cx="7240935" cy="598857"/>
          </a:xfrm>
        </p:spPr>
        <p:txBody>
          <a:bodyPr/>
          <a:lstStyle>
            <a:lvl1pPr marL="0" indent="0">
              <a:buNone/>
              <a:defRPr/>
            </a:lvl1pPr>
            <a:lvl2pPr marL="292608" indent="0">
              <a:buNone/>
              <a:defRPr/>
            </a:lvl2pPr>
            <a:lvl3pPr marL="576072" indent="0">
              <a:buNone/>
              <a:defRPr/>
            </a:lvl3pPr>
            <a:lvl4pPr marL="96012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92295F-1A7A-D437-2E3D-A4D6BA74B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27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GRAP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hart Placeholder 33">
            <a:extLst>
              <a:ext uri="{FF2B5EF4-FFF2-40B4-BE49-F238E27FC236}">
                <a16:creationId xmlns:a16="http://schemas.microsoft.com/office/drawing/2014/main" id="{3FEC7CC9-CCDE-56B5-0264-2581EBDD7EA2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63508" y="1357312"/>
            <a:ext cx="4620605" cy="414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r>
              <a:rPr lang="en-US" dirty="0"/>
              <a:t>Circle Chart 1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FDA42B5-1C7B-75FC-BA58-34BC6371CF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887" y="1361463"/>
            <a:ext cx="5552589" cy="44659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Clr>
                <a:schemeClr val="accent1"/>
              </a:buClr>
              <a:buFont typeface="Wingdings" pitchFamily="2" charset="2"/>
              <a:buChar char="§"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>
              <a:lnSpc>
                <a:spcPct val="120000"/>
              </a:lnSpc>
            </a:pPr>
            <a:r>
              <a:rPr lang="en-US" sz="1800" dirty="0"/>
              <a:t>Per the brand guide, for simple and uncluttered communication, use as few colors as possible. </a:t>
            </a:r>
            <a:br>
              <a:rPr lang="en-US" sz="1800" dirty="0"/>
            </a:br>
            <a:r>
              <a:rPr lang="en-US" sz="1800" dirty="0"/>
              <a:t>Start with Halliburton red for emphasis, then use </a:t>
            </a:r>
            <a:br>
              <a:rPr lang="en-US" sz="1800" dirty="0"/>
            </a:br>
            <a:r>
              <a:rPr lang="en-US" sz="1800" dirty="0"/>
              <a:t>the primary color palette of grays as needed.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Two dimensional, flat color is preferred. </a:t>
            </a:r>
            <a:br>
              <a:rPr lang="en-US" sz="1800" dirty="0"/>
            </a:br>
            <a:r>
              <a:rPr lang="en-US" sz="1800" dirty="0"/>
              <a:t>Avoid decorative embellishments such as bevels, drop shadows, reflections and 3D effects, as these have been overused and can make a presentation appear unprofessional and outdated.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Keep it simple: reduce lines, tick marks, numbers, labels, etc. if they are not needed to tell the story... less is more.</a:t>
            </a:r>
          </a:p>
          <a:p>
            <a:pPr lvl="0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AE980-8EED-5E46-687E-8E7689350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Graph/Chart Title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C8A16DB4-0165-958F-4A77-0ED0D9A1A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92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GRAP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31BF182-1FD9-4611-CADF-0CB5A955AA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69425" y="1244600"/>
            <a:ext cx="2822575" cy="4400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F35CA9-DB5A-3036-17A8-98BD1CC909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462787" y="1747847"/>
            <a:ext cx="2121324" cy="10613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2pPr>
            <a:lvl3pPr marL="9144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3pPr>
            <a:lvl4pPr marL="13716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4pPr>
            <a:lvl5pPr marL="18288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802ABD-9902-2D15-36D7-4858116E9D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69424" y="5750653"/>
            <a:ext cx="2214681" cy="26755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800" b="0" i="1">
                <a:solidFill>
                  <a:schemeClr val="tx2"/>
                </a:solidFill>
                <a:latin typeface="+mn-lt"/>
                <a:cs typeface="Rubik Light" pitchFamily="2" charset="-79"/>
              </a:defRPr>
            </a:lvl1pPr>
            <a:lvl2pPr>
              <a:defRPr sz="800" b="0" i="1">
                <a:solidFill>
                  <a:schemeClr val="accent2"/>
                </a:solidFill>
                <a:latin typeface="Rubik Light" pitchFamily="2" charset="-79"/>
                <a:cs typeface="Rubik Light" pitchFamily="2" charset="-79"/>
              </a:defRPr>
            </a:lvl2pPr>
            <a:lvl3pPr>
              <a:defRPr sz="800" b="0" i="1">
                <a:solidFill>
                  <a:schemeClr val="accent2"/>
                </a:solidFill>
                <a:latin typeface="Rubik Light" pitchFamily="2" charset="-79"/>
                <a:cs typeface="Rubik Light" pitchFamily="2" charset="-79"/>
              </a:defRPr>
            </a:lvl3pPr>
            <a:lvl4pPr>
              <a:defRPr sz="800" b="0" i="1">
                <a:solidFill>
                  <a:schemeClr val="accent2"/>
                </a:solidFill>
                <a:latin typeface="Rubik Light" pitchFamily="2" charset="-79"/>
                <a:cs typeface="Rubik Light" pitchFamily="2" charset="-79"/>
              </a:defRPr>
            </a:lvl4pPr>
            <a:lvl5pPr>
              <a:defRPr sz="800" b="0" i="1">
                <a:solidFill>
                  <a:schemeClr val="accent2"/>
                </a:solidFill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Chart description here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A13E9BB-6BA8-F03A-AD83-5D846342D3C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07890" y="1244600"/>
            <a:ext cx="8247008" cy="477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tx1"/>
                </a:solidFill>
                <a:cs typeface="Rubik Light" panose="02000604000000020004"/>
              </a:defRPr>
            </a:lvl1pPr>
          </a:lstStyle>
          <a:p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AE5AF74-6754-6DCA-34A1-C3D6643D6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Graph/Chart Title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0073877D-3368-4DCA-9F2F-0757AC213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350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GRAPH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2EFE3D50-749D-BC66-67E7-6690A2F526F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98277" y="1343278"/>
            <a:ext cx="7785835" cy="46463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r>
              <a:rPr lang="en-US" dirty="0"/>
              <a:t>Clustered Column Bar Chart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94BC41E-5439-4A28-D833-241FF6425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Graph/Chart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F8A17-E6EE-A46F-24C7-19CED10064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343025"/>
            <a:ext cx="2459038" cy="4646613"/>
          </a:xfrm>
        </p:spPr>
        <p:txBody>
          <a:bodyPr/>
          <a:lstStyle>
            <a:lvl1pPr marL="114300" indent="-114300">
              <a:tabLst>
                <a:tab pos="114300" algn="l"/>
              </a:tabLst>
              <a:defRPr sz="1400"/>
            </a:lvl1pPr>
          </a:lstStyle>
          <a:p>
            <a:pPr lvl="0"/>
            <a:r>
              <a:rPr lang="en-US" dirty="0"/>
              <a:t>Bullet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6B7648F6-ED32-198C-AEF5-075E5AF39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74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8801E51-3FD6-8FC2-F672-31531B95F51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997" y="1185175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2D6D3B-CB25-ABE9-AB62-DA4D65D6629F}"/>
              </a:ext>
            </a:extLst>
          </p:cNvPr>
          <p:cNvSpPr/>
          <p:nvPr userDrawn="1"/>
        </p:nvSpPr>
        <p:spPr>
          <a:xfrm>
            <a:off x="596875" y="2970186"/>
            <a:ext cx="3114459" cy="520462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31ED66-3BD8-52EF-1587-E01300FEE57A}"/>
              </a:ext>
            </a:extLst>
          </p:cNvPr>
          <p:cNvSpPr/>
          <p:nvPr userDrawn="1"/>
        </p:nvSpPr>
        <p:spPr>
          <a:xfrm>
            <a:off x="596875" y="3463914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B4F6EB87-B0D6-0797-681C-A583CD645C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3613" y="3079920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A662C03E-F230-E62A-83C0-A98F6535DE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3613" y="3597425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9EB0EC-2CD8-FA38-3DE7-EB4946937CD0}"/>
              </a:ext>
            </a:extLst>
          </p:cNvPr>
          <p:cNvSpPr/>
          <p:nvPr userDrawn="1"/>
        </p:nvSpPr>
        <p:spPr>
          <a:xfrm>
            <a:off x="596996" y="3395179"/>
            <a:ext cx="3114338" cy="106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D1248A1-37A3-66A6-ED75-8F3A72C4DE9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543703" y="1178457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2B4258B-DE1E-79DA-398A-067FF4DEC85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46392" y="4395347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8E741-6E78-486A-B31E-451BAE51F238}"/>
              </a:ext>
            </a:extLst>
          </p:cNvPr>
          <p:cNvSpPr/>
          <p:nvPr userDrawn="1"/>
        </p:nvSpPr>
        <p:spPr>
          <a:xfrm>
            <a:off x="4543581" y="2963468"/>
            <a:ext cx="3114459" cy="520462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A3613B-23F0-E673-5EDD-EEC58F5D7F86}"/>
              </a:ext>
            </a:extLst>
          </p:cNvPr>
          <p:cNvSpPr/>
          <p:nvPr userDrawn="1"/>
        </p:nvSpPr>
        <p:spPr>
          <a:xfrm>
            <a:off x="4543581" y="3457196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595D0ED-11CE-5878-336D-3ED2E94C85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0319" y="3073202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3BF3014-4FF1-2AA9-FDAE-176F82CAFF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0319" y="3590707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1D8D60-B856-B09F-94D4-4684D4F67203}"/>
              </a:ext>
            </a:extLst>
          </p:cNvPr>
          <p:cNvSpPr/>
          <p:nvPr userDrawn="1"/>
        </p:nvSpPr>
        <p:spPr>
          <a:xfrm>
            <a:off x="4543702" y="3388461"/>
            <a:ext cx="3114338" cy="106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5E62CDE4-9A3B-F748-B43D-592C6C230A4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99082" y="1185175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DF96032-1AC1-C8B1-754A-E3B76E260FF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01771" y="4402065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260C47-0AF9-113F-C2C9-1ACB051CBB96}"/>
              </a:ext>
            </a:extLst>
          </p:cNvPr>
          <p:cNvSpPr/>
          <p:nvPr userDrawn="1"/>
        </p:nvSpPr>
        <p:spPr>
          <a:xfrm>
            <a:off x="8498960" y="2970186"/>
            <a:ext cx="3114459" cy="520462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E67577-1421-A7E8-A9FE-0B71E2527FDC}"/>
              </a:ext>
            </a:extLst>
          </p:cNvPr>
          <p:cNvSpPr/>
          <p:nvPr userDrawn="1"/>
        </p:nvSpPr>
        <p:spPr>
          <a:xfrm>
            <a:off x="8498960" y="3463914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BAEC9FAF-BE77-AB4D-A2EC-D9D258C1A8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85698" y="3079920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E161FD0A-43FD-DF99-E9E9-45DF0DAE73A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85698" y="3597425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B66B4C-42D2-37BB-6D4C-C24A5620A5DE}"/>
              </a:ext>
            </a:extLst>
          </p:cNvPr>
          <p:cNvSpPr/>
          <p:nvPr userDrawn="1"/>
        </p:nvSpPr>
        <p:spPr>
          <a:xfrm>
            <a:off x="8499081" y="3395179"/>
            <a:ext cx="3114338" cy="106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DADCF6-5D91-2CB6-52E9-C26524E47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Product Spotlight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A25CF5A-C286-978F-97FE-BE7F0FF95CA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9686" y="4402065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71E876-F772-A99C-F003-B18545700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496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 2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FBEB48-C91C-3834-EC28-1AA6FF5BCEF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997" y="1185175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461E6-F802-1336-BAEB-595BE6694F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9686" y="4402065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578AD-AAD6-46FD-68A3-FFA16E7838CF}"/>
              </a:ext>
            </a:extLst>
          </p:cNvPr>
          <p:cNvSpPr/>
          <p:nvPr userDrawn="1"/>
        </p:nvSpPr>
        <p:spPr>
          <a:xfrm>
            <a:off x="596875" y="2970186"/>
            <a:ext cx="3114459" cy="520462"/>
          </a:xfrm>
          <a:prstGeom prst="rect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5B24F-B437-644D-79AA-5CC5C4D9B3FE}"/>
              </a:ext>
            </a:extLst>
          </p:cNvPr>
          <p:cNvSpPr/>
          <p:nvPr userDrawn="1"/>
        </p:nvSpPr>
        <p:spPr>
          <a:xfrm>
            <a:off x="596875" y="3463914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EE619BD-2D4B-5987-6F58-E8D15FBA64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3613" y="3079920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5EC736DC-4B8E-70BB-9398-74F4D2D79B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3613" y="3597425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D4872E-F07E-43A6-EF1B-1EEC70F17610}"/>
              </a:ext>
            </a:extLst>
          </p:cNvPr>
          <p:cNvSpPr/>
          <p:nvPr userDrawn="1"/>
        </p:nvSpPr>
        <p:spPr>
          <a:xfrm>
            <a:off x="596996" y="3395179"/>
            <a:ext cx="3114338" cy="106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BC567C8E-ACF7-465E-BC21-33C04DD218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543703" y="1178457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D80CC1A-E1C4-F4B0-3FD8-04B00DD0AE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46392" y="4395347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F798B-8D91-0BAC-E692-BCFCED9D75DA}"/>
              </a:ext>
            </a:extLst>
          </p:cNvPr>
          <p:cNvSpPr/>
          <p:nvPr userDrawn="1"/>
        </p:nvSpPr>
        <p:spPr>
          <a:xfrm>
            <a:off x="4543581" y="2963468"/>
            <a:ext cx="3114459" cy="520462"/>
          </a:xfrm>
          <a:prstGeom prst="rect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4B7A79-1EB1-B2E8-16B9-2EC05DA85E46}"/>
              </a:ext>
            </a:extLst>
          </p:cNvPr>
          <p:cNvSpPr/>
          <p:nvPr userDrawn="1"/>
        </p:nvSpPr>
        <p:spPr>
          <a:xfrm>
            <a:off x="4543581" y="3457196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0F9BE4A-8B62-AD4A-028E-525FB32122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0319" y="3073202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A043C1EA-3F1F-6E2B-D831-6873BA4DF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0319" y="3590707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773166-8D5D-D12D-A3BE-74956B7D97F9}"/>
              </a:ext>
            </a:extLst>
          </p:cNvPr>
          <p:cNvSpPr/>
          <p:nvPr userDrawn="1"/>
        </p:nvSpPr>
        <p:spPr>
          <a:xfrm>
            <a:off x="4543702" y="3388461"/>
            <a:ext cx="3114338" cy="10614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9E2F3D0-9F03-37E6-6587-B69F35CB338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99082" y="1185175"/>
            <a:ext cx="3111649" cy="22206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E37C6FF-2EFE-A2EA-8944-B7AAB4758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01771" y="4402065"/>
            <a:ext cx="3111648" cy="1587571"/>
          </a:xfrm>
          <a:prstGeom prst="rect">
            <a:avLst/>
          </a:prstGeom>
        </p:spPr>
        <p:txBody>
          <a:bodyPr/>
          <a:lstStyle>
            <a:lvl1pPr marL="169863" indent="-169863">
              <a:buClr>
                <a:schemeClr val="accent1"/>
              </a:buClr>
              <a:buFont typeface="Wingdings" pitchFamily="2" charset="2"/>
              <a:buChar char="§"/>
              <a:defRPr lang="en-US" sz="1600" b="0" i="0" kern="1200" baseline="0" dirty="0">
                <a:solidFill>
                  <a:schemeClr val="tx1"/>
                </a:solidFill>
                <a:latin typeface="+mn-lt"/>
                <a:ea typeface="+mn-ea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marL="117475" lvl="0" indent="-1174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81F627-A1EA-6CCB-0D8B-B2DF5E314E39}"/>
              </a:ext>
            </a:extLst>
          </p:cNvPr>
          <p:cNvSpPr/>
          <p:nvPr userDrawn="1"/>
        </p:nvSpPr>
        <p:spPr>
          <a:xfrm>
            <a:off x="8498960" y="2970186"/>
            <a:ext cx="3114459" cy="520462"/>
          </a:xfrm>
          <a:prstGeom prst="rect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57F9F3-03B5-B11A-571F-2856D62D3871}"/>
              </a:ext>
            </a:extLst>
          </p:cNvPr>
          <p:cNvSpPr/>
          <p:nvPr userDrawn="1"/>
        </p:nvSpPr>
        <p:spPr>
          <a:xfrm>
            <a:off x="8498960" y="3463914"/>
            <a:ext cx="3114459" cy="721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136E9381-1199-F592-B167-B906D543C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85698" y="3079920"/>
            <a:ext cx="2843576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9610D34B-4F7C-4546-A152-2A964FA68D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85698" y="3597425"/>
            <a:ext cx="2843575" cy="36716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800" b="0" i="0">
                <a:solidFill>
                  <a:schemeClr val="bg1"/>
                </a:solidFill>
                <a:latin typeface="+mn-lt"/>
                <a:cs typeface="Rubik Light" pitchFamily="2" charset="-79"/>
              </a:defRPr>
            </a:lvl1pPr>
            <a:lvl2pPr marL="457200" indent="0">
              <a:buClr>
                <a:schemeClr val="accent1"/>
              </a:buClr>
              <a:buFont typeface="Wingdings" pitchFamily="2" charset="2"/>
              <a:buNone/>
              <a:defRPr sz="1600" b="0" i="0">
                <a:latin typeface="Rubik Light" pitchFamily="2" charset="-79"/>
                <a:cs typeface="Rubik Light" pitchFamily="2" charset="-79"/>
              </a:defRPr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6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058A5D-D3EF-5E63-9740-63C6A81E03B2}"/>
              </a:ext>
            </a:extLst>
          </p:cNvPr>
          <p:cNvSpPr/>
          <p:nvPr userDrawn="1"/>
        </p:nvSpPr>
        <p:spPr>
          <a:xfrm>
            <a:off x="8499081" y="3395179"/>
            <a:ext cx="3114338" cy="106141"/>
          </a:xfrm>
          <a:prstGeom prst="rect">
            <a:avLst/>
          </a:prstGeom>
          <a:solidFill>
            <a:srgbClr val="3DB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6" name="Title Placeholder 1">
            <a:extLst>
              <a:ext uri="{FF2B5EF4-FFF2-40B4-BE49-F238E27FC236}">
                <a16:creationId xmlns:a16="http://schemas.microsoft.com/office/drawing/2014/main" id="{18E001F4-8E4A-6F2F-B166-9096C1DFEC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Product Spotlight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7C39E8D9-2886-161C-8E6D-80B8DACA2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80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418231-9FFD-E031-3D6A-82D534443B08}"/>
              </a:ext>
            </a:extLst>
          </p:cNvPr>
          <p:cNvSpPr/>
          <p:nvPr userDrawn="1"/>
        </p:nvSpPr>
        <p:spPr>
          <a:xfrm>
            <a:off x="3044547" y="4440955"/>
            <a:ext cx="8568872" cy="4127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 dirty="0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F6A5CF-7D0B-6959-D905-A9F2E8B663F2}"/>
              </a:ext>
            </a:extLst>
          </p:cNvPr>
          <p:cNvSpPr/>
          <p:nvPr userDrawn="1"/>
        </p:nvSpPr>
        <p:spPr>
          <a:xfrm>
            <a:off x="3044547" y="2814431"/>
            <a:ext cx="8568872" cy="4127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 dirty="0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5E56DF-91CD-842B-5513-22B5902F648B}"/>
              </a:ext>
            </a:extLst>
          </p:cNvPr>
          <p:cNvSpPr/>
          <p:nvPr userDrawn="1"/>
        </p:nvSpPr>
        <p:spPr>
          <a:xfrm rot="16200000">
            <a:off x="-37871" y="1767799"/>
            <a:ext cx="137160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EF50-34E9-7B6E-D9C0-A21850A72A47}"/>
              </a:ext>
            </a:extLst>
          </p:cNvPr>
          <p:cNvSpPr/>
          <p:nvPr userDrawn="1"/>
        </p:nvSpPr>
        <p:spPr>
          <a:xfrm>
            <a:off x="3044548" y="1114003"/>
            <a:ext cx="8568873" cy="4127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 dirty="0">
              <a:solidFill>
                <a:schemeClr val="bg2"/>
              </a:solidFill>
            </a:endParaRP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29DDF9B9-8AE6-ED96-84C3-87EB3F351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925" y="2814430"/>
            <a:ext cx="2228851" cy="32116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1052D9-1EA0-75F1-31B9-8D737742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375F9E-E1FF-E1A3-78BB-D615B1E436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3434" y="1311511"/>
            <a:ext cx="2081342" cy="917339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6758185-8FE4-F131-B437-F986EFC712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78513" y="1568264"/>
            <a:ext cx="8428335" cy="1157587"/>
          </a:xfrm>
        </p:spPr>
        <p:txBody>
          <a:bodyPr/>
          <a:lstStyle>
            <a:lvl1pPr marL="114300" indent="-114300">
              <a:spcBef>
                <a:spcPts val="0"/>
              </a:spcBef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0C68CC4-1273-88AC-E2D9-0738561D6A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8513" y="3255275"/>
            <a:ext cx="8428335" cy="1157587"/>
          </a:xfrm>
        </p:spPr>
        <p:txBody>
          <a:bodyPr/>
          <a:lstStyle>
            <a:lvl1pPr marL="114300" indent="-114300">
              <a:spcBef>
                <a:spcPts val="0"/>
              </a:spcBef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710434-3314-5446-A9DA-7126381EC5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8513" y="4877449"/>
            <a:ext cx="8428335" cy="1157587"/>
          </a:xfrm>
        </p:spPr>
        <p:txBody>
          <a:bodyPr/>
          <a:lstStyle>
            <a:lvl1pPr marL="114300" indent="-114300">
              <a:spcBef>
                <a:spcPts val="0"/>
              </a:spcBef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D174D27-6115-752D-B846-14D9A4AF98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78513" y="1113835"/>
            <a:ext cx="3597275" cy="412752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Challenge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5BE92D6-4318-0D04-02C6-5F53AF3D13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78513" y="2814263"/>
            <a:ext cx="3597275" cy="412752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Solutions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4643FEE-B900-6B3C-D29E-66111942B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78513" y="4435818"/>
            <a:ext cx="3597275" cy="412752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D5C3F0D-F441-7A0D-8AE3-2D2A870C4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83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E58456-3EAA-6AF4-0058-9A94F2F54889}"/>
              </a:ext>
            </a:extLst>
          </p:cNvPr>
          <p:cNvSpPr/>
          <p:nvPr userDrawn="1"/>
        </p:nvSpPr>
        <p:spPr>
          <a:xfrm>
            <a:off x="3044548" y="3547826"/>
            <a:ext cx="8568873" cy="4127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021434-8A2B-805A-BF31-85ADE20B3F20}"/>
              </a:ext>
            </a:extLst>
          </p:cNvPr>
          <p:cNvSpPr/>
          <p:nvPr userDrawn="1"/>
        </p:nvSpPr>
        <p:spPr>
          <a:xfrm>
            <a:off x="3044548" y="1114003"/>
            <a:ext cx="8568873" cy="4127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 dirty="0">
              <a:solidFill>
                <a:schemeClr val="bg2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C2B10-EF93-7F62-4E58-F20A38D2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E7B40-9F2C-667D-ACB6-9F0DE26B6DB0}"/>
              </a:ext>
            </a:extLst>
          </p:cNvPr>
          <p:cNvSpPr/>
          <p:nvPr userDrawn="1"/>
        </p:nvSpPr>
        <p:spPr>
          <a:xfrm rot="16200000">
            <a:off x="-37871" y="1767799"/>
            <a:ext cx="137160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ABFB02C-CDF5-7450-96BF-A1BD1BAE61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925" y="2814430"/>
            <a:ext cx="2228851" cy="32116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063B0-DE44-599E-4AD4-045E4B51AF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83152" y="1113835"/>
            <a:ext cx="3597275" cy="412752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E78444-1A49-CEC9-AF65-59023447E9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83152" y="3547827"/>
            <a:ext cx="3597275" cy="412751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Features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D79D63E-AA8F-F1FD-6A2F-5D3E183466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3434" y="1311511"/>
            <a:ext cx="2081342" cy="917339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03CC8D3-9A80-31AD-611D-15BCA2BE48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78513" y="1568264"/>
            <a:ext cx="8428335" cy="1803586"/>
          </a:xfrm>
        </p:spPr>
        <p:txBody>
          <a:bodyPr/>
          <a:lstStyle>
            <a:lvl1pPr marL="114300" indent="-114300">
              <a:spcBef>
                <a:spcPts val="0"/>
              </a:spcBef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85C592-EBA7-D0AB-FA3A-20C5F2C6F8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8513" y="4000500"/>
            <a:ext cx="8428335" cy="1803586"/>
          </a:xfrm>
        </p:spPr>
        <p:txBody>
          <a:bodyPr/>
          <a:lstStyle>
            <a:lvl1pPr marL="114300" indent="-114300">
              <a:spcBef>
                <a:spcPts val="0"/>
              </a:spcBef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  <a:p>
            <a:pPr lvl="0"/>
            <a:r>
              <a:rPr lang="en-US" dirty="0"/>
              <a:t>Bullet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2C9EC0A7-CA4D-60A9-F4D4-A03669A18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570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91C378-8FE1-ABB3-D383-8A64CD82116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71368" y="1428531"/>
            <a:ext cx="5816977" cy="461804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b="0" i="0">
                <a:latin typeface="+mn-lt"/>
                <a:cs typeface="Rubik Light" pitchFamily="2" charset="-79"/>
              </a:defRPr>
            </a:lvl1pPr>
          </a:lstStyle>
          <a:p>
            <a:r>
              <a:rPr lang="en-US" dirty="0"/>
              <a:t>Map goes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DA4AE-476A-A477-37BB-50BCFD2F3959}"/>
              </a:ext>
            </a:extLst>
          </p:cNvPr>
          <p:cNvSpPr/>
          <p:nvPr userDrawn="1"/>
        </p:nvSpPr>
        <p:spPr>
          <a:xfrm>
            <a:off x="601764" y="1558813"/>
            <a:ext cx="1371600" cy="60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4BB0D7-2C6D-25B6-F713-E7085565C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6875" y="1894462"/>
            <a:ext cx="4777773" cy="89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None/>
              <a:defRPr sz="2400" b="0" i="0">
                <a:latin typeface="Rubik Light" pitchFamily="2" charset="-79"/>
                <a:cs typeface="Rubik Light" pitchFamily="2" charset="-79"/>
              </a:defRPr>
            </a:lvl2pPr>
            <a:lvl3pPr marL="914400" indent="0">
              <a:buNone/>
              <a:defRPr sz="2400" b="0" i="0">
                <a:latin typeface="Rubik Light" pitchFamily="2" charset="-79"/>
                <a:cs typeface="Rubik Light" pitchFamily="2" charset="-79"/>
              </a:defRPr>
            </a:lvl3pPr>
            <a:lvl4pPr marL="1371600" indent="0">
              <a:buNone/>
              <a:defRPr sz="2400" b="0" i="0">
                <a:latin typeface="Rubik Light" pitchFamily="2" charset="-79"/>
                <a:cs typeface="Rubik Light" pitchFamily="2" charset="-79"/>
              </a:defRPr>
            </a:lvl4pPr>
            <a:lvl5pPr marL="1828800" indent="0">
              <a:buNone/>
              <a:defRPr sz="24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0D5785-DDB2-E74F-CC29-584E5BC8D1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1764" y="3215507"/>
            <a:ext cx="4875026" cy="283106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First level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749808" marR="0" lvl="2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Calibri" panose="020F0502020204030204" pitchFamily="34" charset="0"/>
              <a:buChar char="&gt;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8872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Rubik Light" pitchFamily="2" charset="-79"/>
              <a:buChar char="—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Fourth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E6F48B6A-56B9-2A1F-BA8A-D8B75F8C8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Locations/Maps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9685CBAF-AEE6-B1D1-062E-78633454E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33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AFA95A-66AA-EBC0-7E85-3320E612438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48404" y="4343400"/>
            <a:ext cx="3421874" cy="159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01AB09-6B76-B60D-CB30-9EC8DC107B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191" y="1062038"/>
            <a:ext cx="3703638" cy="4876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b="0" i="0"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5A35E-A674-333E-4233-BF5FE7E23B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20798" y="4683146"/>
            <a:ext cx="2468906" cy="2467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  <a:lvl2pPr marL="4572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2pPr>
            <a:lvl3pPr marL="9144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3pPr>
            <a:lvl4pPr marL="13716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4pPr>
            <a:lvl5pPr marL="18288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Project Title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22B1C43-32B8-1919-61D3-3620F81CE4D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320800" y="5112901"/>
            <a:ext cx="2468906" cy="7073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 marL="4572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2pPr>
            <a:lvl3pPr marL="9144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3pPr>
            <a:lvl4pPr marL="13716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4pPr>
            <a:lvl5pPr marL="1828800" indent="0">
              <a:buFontTx/>
              <a:buNone/>
              <a:defRPr sz="14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16D37-75A6-54AA-B308-64A0355FCCAA}"/>
              </a:ext>
            </a:extLst>
          </p:cNvPr>
          <p:cNvSpPr/>
          <p:nvPr userDrawn="1"/>
        </p:nvSpPr>
        <p:spPr>
          <a:xfrm>
            <a:off x="594884" y="850392"/>
            <a:ext cx="137160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0CD011-4278-7DEB-45A5-142EFAB58A1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948408" y="1901047"/>
            <a:ext cx="6648402" cy="15927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First level</a:t>
            </a:r>
          </a:p>
          <a:p>
            <a:pPr marL="521208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749808" marR="0" lvl="2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Calibri" panose="020F0502020204030204" pitchFamily="34" charset="0"/>
              <a:buChar char="&gt;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8872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Tx/>
              <a:buFont typeface="Rubik Light" pitchFamily="2" charset="-79"/>
              <a:buChar char="—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2F3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Fourth level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040393-041D-0B2A-06E6-9F9B3A62AA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8405" y="1289198"/>
            <a:ext cx="6648404" cy="598857"/>
          </a:xfr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292608" indent="0">
              <a:buNone/>
              <a:defRPr/>
            </a:lvl2pPr>
            <a:lvl3pPr marL="576072" indent="0">
              <a:buNone/>
              <a:defRPr/>
            </a:lvl3pPr>
            <a:lvl4pPr marL="96012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7D375C01-3169-640B-71B4-FC999889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8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64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0999C9B-11EA-60EE-765D-B6DC66C5D48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6875" y="1597660"/>
            <a:ext cx="5462588" cy="24701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15EAD-6447-6EAC-90AC-CCE2C6BAD2DA}"/>
              </a:ext>
            </a:extLst>
          </p:cNvPr>
          <p:cNvSpPr/>
          <p:nvPr userDrawn="1"/>
        </p:nvSpPr>
        <p:spPr>
          <a:xfrm>
            <a:off x="6622674" y="1597660"/>
            <a:ext cx="4959726" cy="3916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1013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5BDE97-9A5D-3C83-1E56-B0A8F1E87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4E8E2-9844-DDCD-2AB0-5E158F90C1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2413" y="2005685"/>
            <a:ext cx="2085340" cy="3271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D37ADDB-B8E3-1176-89B8-F736FF1E2A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62413" y="2352111"/>
            <a:ext cx="3057779" cy="71602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84D88-2317-76E3-2CD2-F59B735312E3}"/>
              </a:ext>
            </a:extLst>
          </p:cNvPr>
          <p:cNvSpPr/>
          <p:nvPr userDrawn="1"/>
        </p:nvSpPr>
        <p:spPr>
          <a:xfrm>
            <a:off x="596875" y="1476454"/>
            <a:ext cx="1371600" cy="60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F97CE34-6A96-8EE6-34F8-F5D82E61DD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65410" y="2236253"/>
            <a:ext cx="1104900" cy="758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>
                <a:solidFill>
                  <a:schemeClr val="accent1"/>
                </a:solidFill>
                <a:latin typeface="+mn-lt"/>
                <a:cs typeface="Rubik Medium" pitchFamily="2" charset="-79"/>
              </a:defRPr>
            </a:lvl1pPr>
            <a:lvl2pPr marL="457200" indent="0">
              <a:buNone/>
              <a:defRPr sz="2000" b="1" i="0">
                <a:latin typeface="Rubik" pitchFamily="2" charset="-79"/>
                <a:cs typeface="Rubik" pitchFamily="2" charset="-79"/>
              </a:defRPr>
            </a:lvl2pPr>
            <a:lvl3pPr marL="914400" indent="0">
              <a:buNone/>
              <a:defRPr sz="2000" b="1" i="0">
                <a:latin typeface="Rubik" pitchFamily="2" charset="-79"/>
                <a:cs typeface="Rubik" pitchFamily="2" charset="-79"/>
              </a:defRPr>
            </a:lvl3pPr>
            <a:lvl4pPr marL="1371600" indent="0">
              <a:buNone/>
              <a:defRPr sz="2000" b="1" i="0">
                <a:latin typeface="Rubik" pitchFamily="2" charset="-79"/>
                <a:cs typeface="Rubik" pitchFamily="2" charset="-79"/>
              </a:defRPr>
            </a:lvl4pPr>
            <a:lvl5pPr marL="1828800" indent="0">
              <a:buNone/>
              <a:defRPr sz="2000" b="1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7EBF0072-2AA0-2914-D925-2AD50A3289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65410" y="3468161"/>
            <a:ext cx="1104900" cy="758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000" b="1" i="0" kern="1200" baseline="0" dirty="0">
                <a:solidFill>
                  <a:schemeClr val="accent1"/>
                </a:solidFill>
                <a:latin typeface="+mn-lt"/>
                <a:ea typeface="+mn-ea"/>
                <a:cs typeface="Rubik Medium" pitchFamily="2" charset="-79"/>
              </a:defRPr>
            </a:lvl1pPr>
            <a:lvl2pPr marL="457200" indent="0">
              <a:buNone/>
              <a:defRPr sz="2000" b="1" i="0">
                <a:latin typeface="Rubik" pitchFamily="2" charset="-79"/>
                <a:cs typeface="Rubik" pitchFamily="2" charset="-79"/>
              </a:defRPr>
            </a:lvl2pPr>
            <a:lvl3pPr marL="914400" indent="0">
              <a:buNone/>
              <a:defRPr sz="2000" b="1" i="0">
                <a:latin typeface="Rubik" pitchFamily="2" charset="-79"/>
                <a:cs typeface="Rubik" pitchFamily="2" charset="-79"/>
              </a:defRPr>
            </a:lvl3pPr>
            <a:lvl4pPr marL="1371600" indent="0">
              <a:buNone/>
              <a:defRPr sz="2000" b="1" i="0">
                <a:latin typeface="Rubik" pitchFamily="2" charset="-79"/>
                <a:cs typeface="Rubik" pitchFamily="2" charset="-79"/>
              </a:defRPr>
            </a:lvl4pPr>
            <a:lvl5pPr marL="1828800" indent="0">
              <a:buNone/>
              <a:defRPr sz="2000" b="1" i="0">
                <a:latin typeface="Rubik" pitchFamily="2" charset="-79"/>
                <a:cs typeface="Rubik" pitchFamily="2" charset="-79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00%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F56DF450-36F5-D470-B37A-9C987E1111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63452" y="4635711"/>
            <a:ext cx="1104900" cy="758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000" b="1" i="0" kern="1200" baseline="0" dirty="0">
                <a:solidFill>
                  <a:schemeClr val="accent1"/>
                </a:solidFill>
                <a:latin typeface="+mn-lt"/>
                <a:ea typeface="+mn-ea"/>
                <a:cs typeface="Rubik Medium" pitchFamily="2" charset="-79"/>
              </a:defRPr>
            </a:lvl1pPr>
            <a:lvl2pPr marL="457200" indent="0">
              <a:buNone/>
              <a:defRPr sz="2000" b="1" i="0">
                <a:latin typeface="Rubik" pitchFamily="2" charset="-79"/>
                <a:cs typeface="Rubik" pitchFamily="2" charset="-79"/>
              </a:defRPr>
            </a:lvl2pPr>
            <a:lvl3pPr marL="914400" indent="0">
              <a:buNone/>
              <a:defRPr sz="2000" b="1" i="0">
                <a:latin typeface="Rubik" pitchFamily="2" charset="-79"/>
                <a:cs typeface="Rubik" pitchFamily="2" charset="-79"/>
              </a:defRPr>
            </a:lvl3pPr>
            <a:lvl4pPr marL="1371600" indent="0">
              <a:buNone/>
              <a:defRPr sz="2000" b="1" i="0">
                <a:latin typeface="Rubik" pitchFamily="2" charset="-79"/>
                <a:cs typeface="Rubik" pitchFamily="2" charset="-79"/>
              </a:defRPr>
            </a:lvl4pPr>
            <a:lvl5pPr marL="1828800" indent="0">
              <a:buNone/>
              <a:defRPr sz="2000" b="1" i="0">
                <a:latin typeface="Rubik" pitchFamily="2" charset="-79"/>
                <a:cs typeface="Rubik" pitchFamily="2" charset="-79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00%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6D5771-7F1B-8478-6FFA-32F49C7E9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2883" y="3265424"/>
            <a:ext cx="2085340" cy="3271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56E2738-E0F6-E9AD-57F4-455BF7B304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2883" y="3611850"/>
            <a:ext cx="3057779" cy="71602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CBC735-4E9E-3372-9356-6087C4B625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72883" y="4402043"/>
            <a:ext cx="2085340" cy="3271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7B1B827-F33D-2C49-AD2A-21D02F3FC1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2883" y="4748469"/>
            <a:ext cx="3057779" cy="71602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6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570B0CF0-2EAE-9D7B-59B3-1630A5D3B1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2737" y="4327872"/>
            <a:ext cx="5455118" cy="118582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Tx/>
              <a:buNone/>
              <a:defRPr sz="11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Body copy goes here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F105D1B1-FA9D-4B5F-6FCB-B456FC97C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7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BDE97-9A5D-3C83-1E56-B0A8F1E87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876" y="1150220"/>
            <a:ext cx="10876575" cy="6155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4E8E2-9844-DDCD-2AB0-5E158F90C1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876" y="2450670"/>
            <a:ext cx="10876574" cy="904214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417C9-CCD6-C928-9026-5F075E66C2CD}"/>
              </a:ext>
            </a:extLst>
          </p:cNvPr>
          <p:cNvSpPr/>
          <p:nvPr userDrawn="1"/>
        </p:nvSpPr>
        <p:spPr>
          <a:xfrm>
            <a:off x="597877" y="1871406"/>
            <a:ext cx="1371600" cy="60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Rubik Light" panose="02000604000000020004" pitchFamily="2" charset="-79"/>
              <a:cs typeface="Rubik Light" panose="02000604000000020004" pitchFamily="2" charset="-79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91CFFF3-C938-344C-B94D-C4E4778BDBFF}"/>
              </a:ext>
            </a:extLst>
          </p:cNvPr>
          <p:cNvSpPr/>
          <p:nvPr userDrawn="1"/>
        </p:nvSpPr>
        <p:spPr>
          <a:xfrm>
            <a:off x="10330268" y="879431"/>
            <a:ext cx="1402580" cy="1402579"/>
          </a:xfrm>
          <a:custGeom>
            <a:avLst/>
            <a:gdLst>
              <a:gd name="connsiteX0" fmla="*/ 1278966 w 1402580"/>
              <a:gd name="connsiteY0" fmla="*/ 0 h 1402579"/>
              <a:gd name="connsiteX1" fmla="*/ 1402580 w 1402580"/>
              <a:gd name="connsiteY1" fmla="*/ 0 h 1402579"/>
              <a:gd name="connsiteX2" fmla="*/ 1402580 w 1402580"/>
              <a:gd name="connsiteY2" fmla="*/ 1 h 1402579"/>
              <a:gd name="connsiteX3" fmla="*/ 1402580 w 1402580"/>
              <a:gd name="connsiteY3" fmla="*/ 123615 h 1402579"/>
              <a:gd name="connsiteX4" fmla="*/ 1402580 w 1402580"/>
              <a:gd name="connsiteY4" fmla="*/ 1402579 h 1402579"/>
              <a:gd name="connsiteX5" fmla="*/ 1278966 w 1402580"/>
              <a:gd name="connsiteY5" fmla="*/ 1402579 h 1402579"/>
              <a:gd name="connsiteX6" fmla="*/ 1278966 w 1402580"/>
              <a:gd name="connsiteY6" fmla="*/ 123615 h 1402579"/>
              <a:gd name="connsiteX7" fmla="*/ 0 w 1402580"/>
              <a:gd name="connsiteY7" fmla="*/ 123615 h 1402579"/>
              <a:gd name="connsiteX8" fmla="*/ 0 w 1402580"/>
              <a:gd name="connsiteY8" fmla="*/ 1 h 1402579"/>
              <a:gd name="connsiteX9" fmla="*/ 1278966 w 1402580"/>
              <a:gd name="connsiteY9" fmla="*/ 1 h 1402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2580" h="1402579">
                <a:moveTo>
                  <a:pt x="1278966" y="0"/>
                </a:moveTo>
                <a:lnTo>
                  <a:pt x="1402580" y="0"/>
                </a:lnTo>
                <a:lnTo>
                  <a:pt x="1402580" y="1"/>
                </a:lnTo>
                <a:lnTo>
                  <a:pt x="1402580" y="123615"/>
                </a:lnTo>
                <a:lnTo>
                  <a:pt x="1402580" y="1402579"/>
                </a:lnTo>
                <a:lnTo>
                  <a:pt x="1278966" y="1402579"/>
                </a:lnTo>
                <a:lnTo>
                  <a:pt x="1278966" y="123615"/>
                </a:lnTo>
                <a:lnTo>
                  <a:pt x="0" y="123615"/>
                </a:lnTo>
                <a:lnTo>
                  <a:pt x="0" y="1"/>
                </a:lnTo>
                <a:lnTo>
                  <a:pt x="1278966" y="1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A3561-F917-2B88-9A3C-55AA92E83E86}"/>
              </a:ext>
            </a:extLst>
          </p:cNvPr>
          <p:cNvSpPr/>
          <p:nvPr userDrawn="1"/>
        </p:nvSpPr>
        <p:spPr>
          <a:xfrm>
            <a:off x="602359" y="3429000"/>
            <a:ext cx="2705100" cy="2157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2B2D5F3B-516A-9602-63FA-6FD388010E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9273" y="3626546"/>
            <a:ext cx="831273" cy="83127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E8809E-F0EF-EEF6-2FD7-40EA59E0540C}"/>
              </a:ext>
            </a:extLst>
          </p:cNvPr>
          <p:cNvCxnSpPr>
            <a:cxnSpLocks/>
          </p:cNvCxnSpPr>
          <p:nvPr userDrawn="1"/>
        </p:nvCxnSpPr>
        <p:spPr>
          <a:xfrm>
            <a:off x="602359" y="5586413"/>
            <a:ext cx="2705100" cy="0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6831776-37AC-F5E5-657A-536E36B59587}"/>
              </a:ext>
            </a:extLst>
          </p:cNvPr>
          <p:cNvSpPr/>
          <p:nvPr userDrawn="1"/>
        </p:nvSpPr>
        <p:spPr>
          <a:xfrm>
            <a:off x="3582714" y="3429000"/>
            <a:ext cx="2705100" cy="2157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8" name="Graphic 7" descr="Receiver with solid fill">
            <a:extLst>
              <a:ext uri="{FF2B5EF4-FFF2-40B4-BE49-F238E27FC236}">
                <a16:creationId xmlns:a16="http://schemas.microsoft.com/office/drawing/2014/main" id="{0F7E543E-654B-EF57-AB5C-4B565B11D6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9628" y="3633302"/>
            <a:ext cx="831273" cy="83127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95446-12A8-FD4D-7142-C3A9A6FB267C}"/>
              </a:ext>
            </a:extLst>
          </p:cNvPr>
          <p:cNvCxnSpPr>
            <a:cxnSpLocks/>
          </p:cNvCxnSpPr>
          <p:nvPr userDrawn="1"/>
        </p:nvCxnSpPr>
        <p:spPr>
          <a:xfrm>
            <a:off x="3582714" y="5586413"/>
            <a:ext cx="2705100" cy="0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CDDA629-C9F6-2E0F-2D29-1306F7593372}"/>
              </a:ext>
            </a:extLst>
          </p:cNvPr>
          <p:cNvSpPr/>
          <p:nvPr userDrawn="1"/>
        </p:nvSpPr>
        <p:spPr>
          <a:xfrm>
            <a:off x="6563069" y="3429000"/>
            <a:ext cx="2705100" cy="2157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2" name="Graphic 11" descr="Marker with solid fill">
            <a:extLst>
              <a:ext uri="{FF2B5EF4-FFF2-40B4-BE49-F238E27FC236}">
                <a16:creationId xmlns:a16="http://schemas.microsoft.com/office/drawing/2014/main" id="{6541059D-CD59-2206-6F76-C49E8240EF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419" y="3591738"/>
            <a:ext cx="914400" cy="9144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3A19A9-B010-6B04-24E9-F019F6E034ED}"/>
              </a:ext>
            </a:extLst>
          </p:cNvPr>
          <p:cNvCxnSpPr>
            <a:cxnSpLocks/>
          </p:cNvCxnSpPr>
          <p:nvPr userDrawn="1"/>
        </p:nvCxnSpPr>
        <p:spPr>
          <a:xfrm>
            <a:off x="6563069" y="5586413"/>
            <a:ext cx="2705100" cy="0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CCC8DF1-9E29-9B32-1966-2F6E9795BF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5815" y="4645448"/>
            <a:ext cx="2701643" cy="327152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Email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EE4E173B-8F95-50A8-6D60-CFBD217683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5816" y="4992538"/>
            <a:ext cx="2701644" cy="35026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00BA81D3-186C-B37A-8C89-94162B690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2713" y="4639289"/>
            <a:ext cx="2705100" cy="327152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012DD48-5B7D-01A4-1CE9-909256033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2713" y="4985715"/>
            <a:ext cx="2705100" cy="350269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000.000.0000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10DA073-EAA6-5BDE-16D9-43D0F45238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63067" y="4633717"/>
            <a:ext cx="2705100" cy="327152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1662265-258F-CB78-E7FC-0B6AAFF88E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67" y="4980143"/>
            <a:ext cx="2705100" cy="350269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chemeClr val="accent1"/>
              </a:buClr>
              <a:buFontTx/>
              <a:buNone/>
              <a:defRPr sz="14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Location Name</a:t>
            </a:r>
          </a:p>
        </p:txBody>
      </p:sp>
    </p:spTree>
    <p:extLst>
      <p:ext uri="{BB962C8B-B14F-4D97-AF65-F5344CB8AC3E}">
        <p14:creationId xmlns:p14="http://schemas.microsoft.com/office/powerpoint/2010/main" val="14664538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red, person, wearing, shoes&#10;&#10;Description automatically generated">
            <a:extLst>
              <a:ext uri="{FF2B5EF4-FFF2-40B4-BE49-F238E27FC236}">
                <a16:creationId xmlns:a16="http://schemas.microsoft.com/office/drawing/2014/main" id="{5A7B4480-E850-0F3C-1656-13B0ED798A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207000" cy="525462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53A9F243-2FA7-1BE8-0EF7-3E1C774AF514}"/>
              </a:ext>
            </a:extLst>
          </p:cNvPr>
          <p:cNvSpPr/>
          <p:nvPr userDrawn="1"/>
        </p:nvSpPr>
        <p:spPr>
          <a:xfrm rot="5400000">
            <a:off x="4038601" y="4114800"/>
            <a:ext cx="1402579" cy="1402580"/>
          </a:xfrm>
          <a:custGeom>
            <a:avLst/>
            <a:gdLst>
              <a:gd name="connsiteX0" fmla="*/ 0 w 1402579"/>
              <a:gd name="connsiteY0" fmla="*/ 123615 h 1402580"/>
              <a:gd name="connsiteX1" fmla="*/ 0 w 1402579"/>
              <a:gd name="connsiteY1" fmla="*/ 0 h 1402580"/>
              <a:gd name="connsiteX2" fmla="*/ 1402579 w 1402579"/>
              <a:gd name="connsiteY2" fmla="*/ 0 h 1402580"/>
              <a:gd name="connsiteX3" fmla="*/ 1402579 w 1402579"/>
              <a:gd name="connsiteY3" fmla="*/ 123615 h 1402580"/>
              <a:gd name="connsiteX4" fmla="*/ 1402578 w 1402579"/>
              <a:gd name="connsiteY4" fmla="*/ 123615 h 1402580"/>
              <a:gd name="connsiteX5" fmla="*/ 1402578 w 1402579"/>
              <a:gd name="connsiteY5" fmla="*/ 1402580 h 1402580"/>
              <a:gd name="connsiteX6" fmla="*/ 1278964 w 1402579"/>
              <a:gd name="connsiteY6" fmla="*/ 1402580 h 1402580"/>
              <a:gd name="connsiteX7" fmla="*/ 1278964 w 1402579"/>
              <a:gd name="connsiteY7" fmla="*/ 123615 h 140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2579" h="1402580">
                <a:moveTo>
                  <a:pt x="0" y="123615"/>
                </a:moveTo>
                <a:lnTo>
                  <a:pt x="0" y="0"/>
                </a:lnTo>
                <a:lnTo>
                  <a:pt x="1402579" y="0"/>
                </a:lnTo>
                <a:lnTo>
                  <a:pt x="1402579" y="123615"/>
                </a:lnTo>
                <a:lnTo>
                  <a:pt x="1402578" y="123615"/>
                </a:lnTo>
                <a:lnTo>
                  <a:pt x="1402578" y="1402580"/>
                </a:lnTo>
                <a:lnTo>
                  <a:pt x="1278964" y="1402580"/>
                </a:lnTo>
                <a:lnTo>
                  <a:pt x="1278964" y="123615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F61001C-D44F-9355-1663-11441E693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0376" y="1581580"/>
            <a:ext cx="5161329" cy="615553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4CAEF89-1EDD-7ED3-73FA-86350C47A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0377" y="2540616"/>
            <a:ext cx="5161328" cy="1961936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671DE-0024-9F96-2D40-AD139D393C95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9852350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red, person, wearing, shoes&#10;&#10;Description automatically generated">
            <a:extLst>
              <a:ext uri="{FF2B5EF4-FFF2-40B4-BE49-F238E27FC236}">
                <a16:creationId xmlns:a16="http://schemas.microsoft.com/office/drawing/2014/main" id="{5A7B4480-E850-0F3C-1656-13B0ED798A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207000" cy="525462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53A9F243-2FA7-1BE8-0EF7-3E1C774AF514}"/>
              </a:ext>
            </a:extLst>
          </p:cNvPr>
          <p:cNvSpPr/>
          <p:nvPr userDrawn="1"/>
        </p:nvSpPr>
        <p:spPr>
          <a:xfrm rot="5400000">
            <a:off x="4038601" y="4114800"/>
            <a:ext cx="1402579" cy="1402580"/>
          </a:xfrm>
          <a:custGeom>
            <a:avLst/>
            <a:gdLst>
              <a:gd name="connsiteX0" fmla="*/ 0 w 1402579"/>
              <a:gd name="connsiteY0" fmla="*/ 123615 h 1402580"/>
              <a:gd name="connsiteX1" fmla="*/ 0 w 1402579"/>
              <a:gd name="connsiteY1" fmla="*/ 0 h 1402580"/>
              <a:gd name="connsiteX2" fmla="*/ 1402579 w 1402579"/>
              <a:gd name="connsiteY2" fmla="*/ 0 h 1402580"/>
              <a:gd name="connsiteX3" fmla="*/ 1402579 w 1402579"/>
              <a:gd name="connsiteY3" fmla="*/ 123615 h 1402580"/>
              <a:gd name="connsiteX4" fmla="*/ 1402578 w 1402579"/>
              <a:gd name="connsiteY4" fmla="*/ 123615 h 1402580"/>
              <a:gd name="connsiteX5" fmla="*/ 1402578 w 1402579"/>
              <a:gd name="connsiteY5" fmla="*/ 1402580 h 1402580"/>
              <a:gd name="connsiteX6" fmla="*/ 1278964 w 1402579"/>
              <a:gd name="connsiteY6" fmla="*/ 1402580 h 1402580"/>
              <a:gd name="connsiteX7" fmla="*/ 1278964 w 1402579"/>
              <a:gd name="connsiteY7" fmla="*/ 123615 h 140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2579" h="1402580">
                <a:moveTo>
                  <a:pt x="0" y="123615"/>
                </a:moveTo>
                <a:lnTo>
                  <a:pt x="0" y="0"/>
                </a:lnTo>
                <a:lnTo>
                  <a:pt x="1402579" y="0"/>
                </a:lnTo>
                <a:lnTo>
                  <a:pt x="1402579" y="123615"/>
                </a:lnTo>
                <a:lnTo>
                  <a:pt x="1402578" y="123615"/>
                </a:lnTo>
                <a:lnTo>
                  <a:pt x="1402578" y="1402580"/>
                </a:lnTo>
                <a:lnTo>
                  <a:pt x="1278964" y="1402580"/>
                </a:lnTo>
                <a:lnTo>
                  <a:pt x="1278964" y="123615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96AB51-8B46-7E4C-43FE-5BEC89985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0376" y="1581580"/>
            <a:ext cx="5161329" cy="615553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0A69B9C-C1DE-3729-AA9D-32AF0B136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0377" y="2540616"/>
            <a:ext cx="5161328" cy="1961936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4ECB995F-080E-1FFE-9306-50E510EE31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5206999" cy="5254625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EB85EC8-908C-9931-B45C-A199314DB0EF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599468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FCD9D71-CDEE-9065-035B-70C8CC7EB6C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5207000" cy="5254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 i="0">
                <a:latin typeface="+mn-lt"/>
                <a:cs typeface="Rubik Light" pitchFamily="2" charset="-79"/>
              </a:defRPr>
            </a:lvl1pPr>
          </a:lstStyle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3A9F243-2FA7-1BE8-0EF7-3E1C774AF514}"/>
              </a:ext>
            </a:extLst>
          </p:cNvPr>
          <p:cNvSpPr/>
          <p:nvPr userDrawn="1"/>
        </p:nvSpPr>
        <p:spPr>
          <a:xfrm rot="5400000">
            <a:off x="4038601" y="4114800"/>
            <a:ext cx="1402579" cy="1402580"/>
          </a:xfrm>
          <a:custGeom>
            <a:avLst/>
            <a:gdLst>
              <a:gd name="connsiteX0" fmla="*/ 0 w 1402579"/>
              <a:gd name="connsiteY0" fmla="*/ 123615 h 1402580"/>
              <a:gd name="connsiteX1" fmla="*/ 0 w 1402579"/>
              <a:gd name="connsiteY1" fmla="*/ 0 h 1402580"/>
              <a:gd name="connsiteX2" fmla="*/ 1402579 w 1402579"/>
              <a:gd name="connsiteY2" fmla="*/ 0 h 1402580"/>
              <a:gd name="connsiteX3" fmla="*/ 1402579 w 1402579"/>
              <a:gd name="connsiteY3" fmla="*/ 123615 h 1402580"/>
              <a:gd name="connsiteX4" fmla="*/ 1402578 w 1402579"/>
              <a:gd name="connsiteY4" fmla="*/ 123615 h 1402580"/>
              <a:gd name="connsiteX5" fmla="*/ 1402578 w 1402579"/>
              <a:gd name="connsiteY5" fmla="*/ 1402580 h 1402580"/>
              <a:gd name="connsiteX6" fmla="*/ 1278964 w 1402579"/>
              <a:gd name="connsiteY6" fmla="*/ 1402580 h 1402580"/>
              <a:gd name="connsiteX7" fmla="*/ 1278964 w 1402579"/>
              <a:gd name="connsiteY7" fmla="*/ 123615 h 140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2579" h="1402580">
                <a:moveTo>
                  <a:pt x="0" y="123615"/>
                </a:moveTo>
                <a:lnTo>
                  <a:pt x="0" y="0"/>
                </a:lnTo>
                <a:lnTo>
                  <a:pt x="1402579" y="0"/>
                </a:lnTo>
                <a:lnTo>
                  <a:pt x="1402579" y="123615"/>
                </a:lnTo>
                <a:lnTo>
                  <a:pt x="1402578" y="123615"/>
                </a:lnTo>
                <a:lnTo>
                  <a:pt x="1402578" y="1402580"/>
                </a:lnTo>
                <a:lnTo>
                  <a:pt x="1278964" y="1402580"/>
                </a:lnTo>
                <a:lnTo>
                  <a:pt x="1278964" y="123615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4064721-2168-7C78-96D2-C0D9FC55DD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0376" y="1581580"/>
            <a:ext cx="5161329" cy="615553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1B8E6C-E3F7-F8CF-877F-CAC3BB387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0377" y="2540616"/>
            <a:ext cx="5161328" cy="1961936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1800" b="0" i="0">
                <a:solidFill>
                  <a:schemeClr val="tx1"/>
                </a:solidFill>
                <a:latin typeface="+mn-lt"/>
                <a:cs typeface="Rubik Light" pitchFamily="2" charset="-79"/>
              </a:defRPr>
            </a:lvl1pPr>
            <a:lvl2pPr>
              <a:defRPr sz="1800" b="0" i="0">
                <a:latin typeface="Rubik Light" pitchFamily="2" charset="-79"/>
                <a:cs typeface="Rubik Light" pitchFamily="2" charset="-79"/>
              </a:defRPr>
            </a:lvl2pPr>
            <a:lvl3pPr>
              <a:defRPr sz="1800" b="0" i="0">
                <a:latin typeface="Rubik Light" pitchFamily="2" charset="-79"/>
                <a:cs typeface="Rubik Light" pitchFamily="2" charset="-79"/>
              </a:defRPr>
            </a:lvl3pPr>
            <a:lvl4pPr>
              <a:defRPr sz="1800" b="0" i="0">
                <a:latin typeface="Rubik Light" pitchFamily="2" charset="-79"/>
                <a:cs typeface="Rubik Light" pitchFamily="2" charset="-79"/>
              </a:defRPr>
            </a:lvl4pPr>
            <a:lvl5pPr>
              <a:defRPr sz="1800" b="0" i="0">
                <a:latin typeface="Rubik Light" pitchFamily="2" charset="-79"/>
                <a:cs typeface="Rubik Light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C59B0-7E54-3813-6BE4-569943124FC5}"/>
              </a:ext>
            </a:extLst>
          </p:cNvPr>
          <p:cNvSpPr txBox="1">
            <a:spLocks/>
          </p:cNvSpPr>
          <p:nvPr userDrawn="1"/>
        </p:nvSpPr>
        <p:spPr>
          <a:xfrm>
            <a:off x="609599" y="6496051"/>
            <a:ext cx="1828800" cy="15239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en-US"/>
            </a:defPPr>
            <a:lvl1pPr marL="0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sz="700" b="0" i="0" kern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09493" indent="-228600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-1698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»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-231775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-220663" algn="l" defTabSz="1218987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SzPct val="100000"/>
              <a:buFont typeface="STIXGeneral-Regular" pitchFamily="2" charset="2"/>
              <a:buChar char="⎯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-228600" algn="l" defTabSz="121898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© 2026 Halliburton.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04422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5C019-4050-A565-BB89-BBCB4594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75" y="313599"/>
            <a:ext cx="11009974" cy="6155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pic>
        <p:nvPicPr>
          <p:cNvPr id="7" name="Graphic 8">
            <a:extLst>
              <a:ext uri="{FF2B5EF4-FFF2-40B4-BE49-F238E27FC236}">
                <a16:creationId xmlns:a16="http://schemas.microsoft.com/office/drawing/2014/main" id="{1CACE607-06A6-236D-FF39-C1E213E30C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47064" y="6454321"/>
            <a:ext cx="1766579" cy="126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2B53D47-7BAD-F3EB-2693-12AB7C2E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875" y="1410295"/>
            <a:ext cx="11009974" cy="31128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4F8A8-8C90-14FA-34A2-0EA25D72BDB8}"/>
              </a:ext>
            </a:extLst>
          </p:cNvPr>
          <p:cNvSpPr/>
          <p:nvPr userDrawn="1"/>
        </p:nvSpPr>
        <p:spPr>
          <a:xfrm>
            <a:off x="0" y="6828567"/>
            <a:ext cx="12192000" cy="524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A3CFAF-DC2C-ED3C-BC23-03F848F67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42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1178-C13D-41E3-BBBB-87B396F637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5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672" r:id="rId2"/>
    <p:sldLayoutId id="2147483738" r:id="rId3"/>
    <p:sldLayoutId id="2147483739" r:id="rId4"/>
    <p:sldLayoutId id="2147483740" r:id="rId5"/>
    <p:sldLayoutId id="2147483742" r:id="rId6"/>
    <p:sldLayoutId id="2147483743" r:id="rId7"/>
    <p:sldLayoutId id="2147483745" r:id="rId8"/>
    <p:sldLayoutId id="2147483746" r:id="rId9"/>
    <p:sldLayoutId id="2147483750" r:id="rId10"/>
    <p:sldLayoutId id="2147483733" r:id="rId11"/>
    <p:sldLayoutId id="2147483677" r:id="rId12"/>
    <p:sldLayoutId id="2147483748" r:id="rId13"/>
    <p:sldLayoutId id="2147483653" r:id="rId14"/>
    <p:sldLayoutId id="2147483723" r:id="rId15"/>
    <p:sldLayoutId id="2147483719" r:id="rId16"/>
    <p:sldLayoutId id="2147483722" r:id="rId17"/>
    <p:sldLayoutId id="2147483749" r:id="rId18"/>
    <p:sldLayoutId id="2147483734" r:id="rId19"/>
    <p:sldLayoutId id="2147483727" r:id="rId20"/>
    <p:sldLayoutId id="2147483729" r:id="rId21"/>
    <p:sldLayoutId id="2147483701" r:id="rId22"/>
    <p:sldLayoutId id="2147483680" r:id="rId23"/>
    <p:sldLayoutId id="2147483654" r:id="rId24"/>
    <p:sldLayoutId id="2147483657" r:id="rId25"/>
    <p:sldLayoutId id="2147483682" r:id="rId26"/>
    <p:sldLayoutId id="2147483717" r:id="rId27"/>
    <p:sldLayoutId id="2147483732" r:id="rId28"/>
    <p:sldLayoutId id="2147483688" r:id="rId29"/>
    <p:sldLayoutId id="2147483697" r:id="rId30"/>
    <p:sldLayoutId id="2147483679" r:id="rId31"/>
    <p:sldLayoutId id="2147483707" r:id="rId32"/>
    <p:sldLayoutId id="2147483715" r:id="rId33"/>
    <p:sldLayoutId id="2147483718" r:id="rId34"/>
    <p:sldLayoutId id="2147483741" r:id="rId35"/>
    <p:sldLayoutId id="2147483737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2200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21208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749808" indent="-17373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&gt;"/>
        <a:defRPr sz="2000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18872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Rubik Light" pitchFamily="2" charset="-79"/>
        <a:buChar char="—"/>
        <a:defRPr sz="1800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Rubik Light" pitchFamily="2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brandfolder.com/organizations/halliburton" TargetMode="External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0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354DB1-B482-BCA6-28AC-D191A249E8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F603B-4D16-4D62-3414-7FD58530EF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29C789-94CE-EA48-013E-4F87E33AE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5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4930E06-88DC-2F4C-89E4-A0F3940F68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DBAA7B-F795-1FAE-6A19-591C5FE80B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17CAE7-9BAF-296C-498C-A5B3A4537F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4C047D-0A1D-4DB1-F490-C0B07B73D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1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7385DA-EB6C-06F7-B01E-6C6C28B0B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AF5351-C144-1067-0926-49B653A70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EDF16C-A6EA-FE61-A7EA-CDD0B888C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3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B94F-2D1D-A79E-D927-1A8CA6D5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4CEE0-AC5D-3D09-DBD0-CC94AD0E8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4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A9A601-E5B4-0812-454F-D7B3FD5D6C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3B80-3206-2CDE-FCF7-58D95F82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01282-1841-F97F-E956-9BBE3E590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4A1844-7842-31E1-3B7D-63070A5B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AB3C8-B126-D181-9197-B623536B0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79EE51-4C79-EEDE-E85D-907251C3F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85249"/>
              </p:ext>
            </p:extLst>
          </p:nvPr>
        </p:nvGraphicFramePr>
        <p:xfrm>
          <a:off x="606142" y="1343874"/>
          <a:ext cx="11000707" cy="3323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149">
                <a:tc gridSpan="2"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+mn-lt"/>
                        </a:rPr>
                        <a:t>Date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Meeting details</a:t>
                      </a:r>
                    </a:p>
                  </a:txBody>
                  <a:tcPr marL="87688" marR="87688" marT="46214" marB="46214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2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3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4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5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825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6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Topic and details go here</a:t>
                      </a:r>
                    </a:p>
                  </a:txBody>
                  <a:tcPr marL="87688" marR="87688" marT="46214" marB="4621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07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54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145B789-D2B3-A57F-2D0E-1064734FF8A5}"/>
              </a:ext>
            </a:extLst>
          </p:cNvPr>
          <p:cNvSpPr txBox="1">
            <a:spLocks/>
          </p:cNvSpPr>
          <p:nvPr/>
        </p:nvSpPr>
        <p:spPr>
          <a:xfrm>
            <a:off x="596900" y="1407151"/>
            <a:ext cx="11009949" cy="26743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2120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49808" indent="-17373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&gt;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1887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Rubik Light" pitchFamily="2" charset="-79"/>
              <a:buChar char="—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Rubik Light" pitchFamily="2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accent1"/>
                </a:solidFill>
              </a:rPr>
              <a:t>Slides should have a master layout applied. </a:t>
            </a:r>
          </a:p>
          <a:p>
            <a:r>
              <a:rPr lang="en-US" sz="1800" b="1" dirty="0"/>
              <a:t>Right-click</a:t>
            </a:r>
            <a:r>
              <a:rPr lang="en-US" sz="1800" dirty="0"/>
              <a:t> the slide and choose </a:t>
            </a:r>
            <a:r>
              <a:rPr lang="en-US" sz="1800" dirty="0">
                <a:highlight>
                  <a:srgbClr val="FFFF00"/>
                </a:highlight>
              </a:rPr>
              <a:t>“Layout” </a:t>
            </a:r>
            <a:r>
              <a:rPr lang="en-US" sz="1800" dirty="0"/>
              <a:t>to select the layout you want to apply. </a:t>
            </a:r>
          </a:p>
          <a:p>
            <a:r>
              <a:rPr lang="en-US" sz="1800" b="1" dirty="0"/>
              <a:t>Right-click</a:t>
            </a:r>
            <a:r>
              <a:rPr lang="en-US" sz="1800" dirty="0"/>
              <a:t> </a:t>
            </a:r>
            <a:r>
              <a:rPr lang="en-US" sz="1800" dirty="0">
                <a:highlight>
                  <a:srgbClr val="FFFF00"/>
                </a:highlight>
              </a:rPr>
              <a:t>“Reset Slide” </a:t>
            </a:r>
            <a:r>
              <a:rPr lang="en-US" sz="1800" dirty="0"/>
              <a:t>to reapply if the layout has been altered.</a:t>
            </a:r>
          </a:p>
          <a:p>
            <a:r>
              <a:rPr lang="en-US" sz="1800" dirty="0"/>
              <a:t>To remove or rename slide Sections, </a:t>
            </a:r>
            <a:r>
              <a:rPr lang="en-US" sz="1800" b="1" dirty="0"/>
              <a:t>Right-click</a:t>
            </a:r>
            <a:r>
              <a:rPr lang="en-US" sz="1800" dirty="0"/>
              <a:t> and choose either “</a:t>
            </a:r>
            <a:r>
              <a:rPr lang="en-US" sz="1800" dirty="0">
                <a:highlight>
                  <a:srgbClr val="FFFF00"/>
                </a:highlight>
              </a:rPr>
              <a:t>Rename Section” </a:t>
            </a:r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or “Remove Section” </a:t>
            </a:r>
          </a:p>
          <a:p>
            <a:pPr>
              <a:defRPr/>
            </a:pPr>
            <a:r>
              <a:rPr lang="en-US" sz="1800" dirty="0"/>
              <a:t>Find supporting images and videos in </a:t>
            </a:r>
            <a:r>
              <a:rPr lang="en-US" sz="1800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Brandfolder</a:t>
            </a:r>
            <a:endParaRPr lang="en-US" sz="1800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sz="1800" dirty="0"/>
              <a:t>Arial and Arial Bold are the </a:t>
            </a:r>
            <a:r>
              <a:rPr lang="en-US" sz="1800" b="1" dirty="0"/>
              <a:t>only</a:t>
            </a:r>
            <a:r>
              <a:rPr lang="en-US" sz="1800" dirty="0"/>
              <a:t> fonts that should be used in presentations</a:t>
            </a:r>
          </a:p>
          <a:p>
            <a:pPr>
              <a:defRPr/>
            </a:pPr>
            <a:r>
              <a:rPr lang="en-US" sz="1800" dirty="0"/>
              <a:t>Avoid covering headers and footers with tables / images</a:t>
            </a:r>
          </a:p>
          <a:p>
            <a:pPr>
              <a:defRPr/>
            </a:pPr>
            <a:r>
              <a:rPr lang="en-US" sz="1800" dirty="0"/>
              <a:t>Use single-line titles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FCFD7-2B2E-EABD-547D-5E605FCD6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This Template</a:t>
            </a:r>
          </a:p>
        </p:txBody>
      </p:sp>
      <p:pic>
        <p:nvPicPr>
          <p:cNvPr id="4" name="Picture 3" descr="A screenshot of a computer screen&#10;&#10;Description automatically generated with low confidence">
            <a:extLst>
              <a:ext uri="{FF2B5EF4-FFF2-40B4-BE49-F238E27FC236}">
                <a16:creationId xmlns:a16="http://schemas.microsoft.com/office/drawing/2014/main" id="{E25D33CD-BE3C-183F-1E9A-35281740F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217" y="3023358"/>
            <a:ext cx="1621883" cy="19935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4E833B-2D4E-09D1-9F74-BAFD3D1268C3}"/>
              </a:ext>
            </a:extLst>
          </p:cNvPr>
          <p:cNvSpPr/>
          <p:nvPr/>
        </p:nvSpPr>
        <p:spPr>
          <a:xfrm>
            <a:off x="9973216" y="3023357"/>
            <a:ext cx="1601227" cy="480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704583C-95B3-2765-17A7-01D54F2491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76" t="4572" r="74072" b="54832"/>
          <a:stretch/>
        </p:blipFill>
        <p:spPr>
          <a:xfrm>
            <a:off x="9973217" y="883432"/>
            <a:ext cx="1556917" cy="19935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C8DC3B6-6E96-2A85-380E-0BACB543812A}"/>
              </a:ext>
            </a:extLst>
          </p:cNvPr>
          <p:cNvSpPr/>
          <p:nvPr/>
        </p:nvSpPr>
        <p:spPr>
          <a:xfrm>
            <a:off x="9973217" y="1619375"/>
            <a:ext cx="1556917" cy="4180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027142B-04C8-3455-A092-E27EFA4BDDD8}"/>
              </a:ext>
            </a:extLst>
          </p:cNvPr>
          <p:cNvCxnSpPr>
            <a:cxnSpLocks/>
          </p:cNvCxnSpPr>
          <p:nvPr/>
        </p:nvCxnSpPr>
        <p:spPr>
          <a:xfrm flipV="1">
            <a:off x="8845973" y="1704814"/>
            <a:ext cx="1127243" cy="411130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0D642FA-4BD6-B878-8911-0659CC92E642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450666" y="1880215"/>
            <a:ext cx="2522551" cy="583751"/>
          </a:xfrm>
          <a:prstGeom prst="bentConnector3">
            <a:avLst>
              <a:gd name="adj1" fmla="val 91983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446145C-61C7-32C1-81D0-D361CD35EA70}"/>
              </a:ext>
            </a:extLst>
          </p:cNvPr>
          <p:cNvCxnSpPr>
            <a:cxnSpLocks/>
          </p:cNvCxnSpPr>
          <p:nvPr/>
        </p:nvCxnSpPr>
        <p:spPr>
          <a:xfrm>
            <a:off x="9553074" y="2876997"/>
            <a:ext cx="420142" cy="386857"/>
          </a:xfrm>
          <a:prstGeom prst="bentConnector3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D030B0-4C95-C75F-7779-FB8C36B88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95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DEEEB62-A880-4F2E-0A41-C4B1A36C6E76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700608374"/>
              </p:ext>
            </p:extLst>
          </p:nvPr>
        </p:nvGraphicFramePr>
        <p:xfrm>
          <a:off x="596900" y="1284288"/>
          <a:ext cx="11009952" cy="3974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239">
                  <a:extLst>
                    <a:ext uri="{9D8B030D-6E8A-4147-A177-3AD203B41FA5}">
                      <a16:colId xmlns:a16="http://schemas.microsoft.com/office/drawing/2014/main" val="3058226354"/>
                    </a:ext>
                  </a:extLst>
                </a:gridCol>
                <a:gridCol w="10506713">
                  <a:extLst>
                    <a:ext uri="{9D8B030D-6E8A-4147-A177-3AD203B41FA5}">
                      <a16:colId xmlns:a16="http://schemas.microsoft.com/office/drawing/2014/main" val="348413270"/>
                    </a:ext>
                  </a:extLst>
                </a:gridCol>
              </a:tblGrid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</a:rPr>
                        <a:t>Presentation is in current branded template and all slides have one of the master layouts applied. (May either need to be reset or redesigned after applying)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6888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All presentations have the same Title slide, Slide Transition, and End slide (if there are questions at the end, please use the latest Questions slide)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681119"/>
                  </a:ext>
                </a:extLst>
              </a:tr>
              <a:tr h="317212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Viewed in slide show mode to ensure titles do not jump from slide to slide and font/font sizes are the same (with the exception of titles that are too long)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174827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All charts/graphs are formatted to a consistent color scheme (preferably master), Label size, fonts, chart styles, </a:t>
                      </a:r>
                      <a:r>
                        <a:rPr lang="en-US" sz="1000" dirty="0" err="1">
                          <a:effectLst/>
                        </a:rPr>
                        <a:t>etc</a:t>
                      </a:r>
                      <a:r>
                        <a:rPr lang="en-US" sz="1000" dirty="0">
                          <a:effectLst/>
                        </a:rPr>
                        <a:t> are the same throughout (with the exception of </a:t>
                      </a:r>
                      <a:r>
                        <a:rPr lang="en-US" sz="1000" dirty="0" err="1">
                          <a:effectLst/>
                        </a:rPr>
                        <a:t>uneditable</a:t>
                      </a:r>
                      <a:r>
                        <a:rPr lang="en-US" sz="1000" dirty="0">
                          <a:effectLst/>
                        </a:rPr>
                        <a:t> charts)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733791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Image styles (drop shadows, borders, etc.) are consistent throughout. Maintain integrity of original images, no stretching horizontally or vertically.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575666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Editable text should all be Arial or Arial Bold, no serif fonts or other accent fonts.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35363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Copyright date/footer/slide numbers are up to date and consistent across presentation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421179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Spell check performed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76952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Does the presentation comply with the current branding style guide  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41706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If time allows, provide guidance on how the slide could be more appealing (i.e., less bullets, better imagery, etc.)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845372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Proofing – refer to </a:t>
                      </a:r>
                      <a:r>
                        <a:rPr lang="en-US" sz="1000" dirty="0" err="1">
                          <a:effectLst/>
                        </a:rPr>
                        <a:t>Halworld</a:t>
                      </a:r>
                      <a:r>
                        <a:rPr lang="en-US" sz="1000" dirty="0">
                          <a:effectLst/>
                        </a:rPr>
                        <a:t>&gt;Legal&gt;Intellectual Property&gt;Trademark Database for correct product naming (all products/services</a:t>
                      </a:r>
                      <a:r>
                        <a:rPr lang="en-US" sz="1000" baseline="0" dirty="0">
                          <a:effectLst/>
                        </a:rPr>
                        <a:t> should have correct trademark and generic descriptor)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134652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Legal review – for content, trademark, copyright issues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415448"/>
                  </a:ext>
                </a:extLst>
              </a:tr>
              <a:tr h="27689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  <a:sym typeface="Wingdings"/>
                        </a:rPr>
                        <a:t></a:t>
                      </a:r>
                      <a:endParaRPr lang="en-US" sz="2000" b="1" dirty="0">
                        <a:solidFill>
                          <a:schemeClr val="accent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Ensure all approvals are in place before presenting.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28312" marR="12831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19798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9A5FCB3-CD67-0DB7-AF96-FD4F2A32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Quality Checklist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75AF5-611B-FE5A-7D78-69B0AFD0C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3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74F4-07EC-59B2-AD0A-BA4CCAB4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(32pt Arial) </a:t>
            </a:r>
          </a:p>
        </p:txBody>
      </p:sp>
      <p:sp>
        <p:nvSpPr>
          <p:cNvPr id="11" name="Footer Placeholder 18">
            <a:extLst>
              <a:ext uri="{FF2B5EF4-FFF2-40B4-BE49-F238E27FC236}">
                <a16:creationId xmlns:a16="http://schemas.microsoft.com/office/drawing/2014/main" id="{EA46F10A-1846-E9EC-46F3-037420390202}"/>
              </a:ext>
            </a:extLst>
          </p:cNvPr>
          <p:cNvSpPr txBox="1">
            <a:spLocks/>
          </p:cNvSpPr>
          <p:nvPr/>
        </p:nvSpPr>
        <p:spPr>
          <a:xfrm>
            <a:off x="515809" y="6100494"/>
            <a:ext cx="7961150" cy="1555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E979D">
                    <a:lumMod val="50000"/>
                  </a:srgbClr>
                </a:solidFill>
              </a:rPr>
              <a:t>Footnotes are 9pt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118E50E-9708-AD94-4AE6-BA6EA3DF8616}"/>
              </a:ext>
            </a:extLst>
          </p:cNvPr>
          <p:cNvSpPr txBox="1">
            <a:spLocks/>
          </p:cNvSpPr>
          <p:nvPr/>
        </p:nvSpPr>
        <p:spPr>
          <a:xfrm>
            <a:off x="596875" y="1410295"/>
            <a:ext cx="11009974" cy="31128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2120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49808" indent="-17373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&gt;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1887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Rubik Light" pitchFamily="2" charset="-79"/>
              <a:buChar char="—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Rubik Light" pitchFamily="2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Bullet – 22pt Arial Dk Gray</a:t>
            </a:r>
          </a:p>
          <a:p>
            <a:pPr lvl="1"/>
            <a:r>
              <a:rPr lang="en-US" dirty="0"/>
              <a:t>Second Bullet – 22pt Arial Dk Gray</a:t>
            </a:r>
          </a:p>
          <a:p>
            <a:pPr lvl="2"/>
            <a:r>
              <a:rPr lang="en-US" dirty="0"/>
              <a:t>Third Bullet – 20pt Arial Dk Gray</a:t>
            </a:r>
          </a:p>
          <a:p>
            <a:pPr lvl="3"/>
            <a:r>
              <a:rPr lang="en-US" dirty="0"/>
              <a:t>Fourth Bullet – 18pt Arial Dk Gray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2291E-C8D7-AD31-B7E3-7DD36CFDC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88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449723-7426-895E-7454-873FBFB9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F191B-E918-BA8F-5276-68761DCF8F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7296" y="1993064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CC0000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F1062-8F91-9149-9A95-AB27FC7DEC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82444" y="1993064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000000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EF494-71D8-30BD-E0EA-9BC3DB2C7C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89220" y="1993064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8E979D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04969-B2CD-AA52-0DBC-7FA41F89D0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91273" y="1993064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FFFFFF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CA9FF-FE5A-97E9-7CA0-C9A815500B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1652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ECEFF0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87170-7257-20AF-5C65-C7A1BE1009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4568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D4DADD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F6FB4-D795-28C8-110B-3396D7B3FE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33218" y="3198907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BEC4C9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B87709-8B16-10F9-E7EA-FCF39D3BC9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09171" y="3198907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A8AFB5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76396F-F5CC-71B3-A4DF-EA8D1B582D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4971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7F878D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507F3-0045-EBF5-8A79-78683ECE955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1072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6D757A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6574C7-CC12-DBE0-2AC1-F81A3B66BD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48149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43494E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597A4-57D8-140A-58C7-F81C647726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23198" y="319890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b="0" dirty="0">
                <a:solidFill>
                  <a:prstClr val="black"/>
                </a:solidFill>
              </a:rPr>
              <a:t>2A2F30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2AE15-C686-F4FF-B58C-A1FD505E14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4554" y="432975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2C1113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D88BE-08CA-EAEF-C2F7-E70FCB78F0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2954" y="432975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5A0C19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E4DBDA-01F0-3B33-50F6-5C266AB110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36120" y="432975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8E1A29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1D3787-3343-C3F1-726C-658DCD277C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12073" y="432975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C02126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DAA1E-6F24-BB56-4E2E-D59A356E19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7873" y="432975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E1413F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542CBC-3CF7-A36C-F94A-911B18E712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06168" y="325237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0F545A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22D169-EC9B-08E8-9D52-436AA3C1CB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06168" y="366165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06868C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BA4284-5EF3-4726-FA1B-CF0A958B77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06168" y="4067295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3DB6B6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87B017-24D8-FE7F-4C7E-475AE2A7D9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06168" y="4469513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B2D8D8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159659-4A7D-92D8-B0F1-48DEDD3387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58908" y="325237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243B5E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764707-F2B9-872C-7996-4C0BABA6A3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58908" y="366165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335A89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DCD4F6-F771-15F2-95A8-1867D1BEAF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58908" y="4063448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809FCE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FE3F75-946E-B4C2-B19D-2337129134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58908" y="4473360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B7C9E3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6BA628-8FA2-88CD-6BDB-9B925E14D6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0525" y="325237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304220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D463D1-133F-E6E0-90E4-747E38E8C0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0525" y="366165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557A2D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0042D-672A-EB70-AE40-ED2BBEEAAA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0525" y="4067295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87B65D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4E10FC-5A0A-9192-CF42-071448563C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0525" y="4469513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AECE92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8B4E28-56C3-BC14-DFCB-59C66EA4ED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55179" y="3252376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CA5728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8AF95A-2D97-9F31-ACDC-70395924C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55179" y="3661657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E57751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821D2B-ACBC-90BC-FBD1-07BF39364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55179" y="4067295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F5A77E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9C2A89-9693-F6CE-40F2-2EB1F88FF5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55179" y="4469513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FBD7C5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EE346B-E5CA-0CA1-3867-930F9E1983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06294" y="3248529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DDA32F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B9BC5C-4331-2904-C1A4-6F4C844C86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06294" y="3657810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EFC04B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4B01D4-D58C-A6C0-B949-202B7C045A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06294" y="4067295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FCE47E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56E607-24A9-AE1E-F039-944BA217BC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06294" y="4469513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EFE8CB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1318EC-C826-5539-DE97-FF65338738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26337" y="5880061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119E49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34EB8C-440B-192D-7E39-812FC5300FA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29290" y="5880061"/>
            <a:ext cx="5492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F7B500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342A87-D1A3-BEA4-E118-BFA776B7C4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30384" y="5880061"/>
            <a:ext cx="54920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700" dirty="0">
                <a:solidFill>
                  <a:prstClr val="black"/>
                </a:solidFill>
              </a:rPr>
              <a:t>CC0000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07860-1391-9385-E8E1-22ABFCC57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348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Placeholder 6">
            <a:extLst>
              <a:ext uri="{FF2B5EF4-FFF2-40B4-BE49-F238E27FC236}">
                <a16:creationId xmlns:a16="http://schemas.microsoft.com/office/drawing/2014/main" id="{3814AAC7-EA92-420F-A782-70F7600DF48F}"/>
              </a:ext>
            </a:extLst>
          </p:cNvPr>
          <p:cNvGraphicFramePr>
            <a:graphicFrameLocks noGrp="1"/>
          </p:cNvGraphicFramePr>
          <p:nvPr>
            <p:ph type="chart" sz="quarter" idx="10"/>
            <p:extLst>
              <p:ext uri="{D42A27DB-BD31-4B8C-83A1-F6EECF244321}">
                <p14:modId xmlns:p14="http://schemas.microsoft.com/office/powerpoint/2010/main" val="186471203"/>
              </p:ext>
            </p:extLst>
          </p:nvPr>
        </p:nvGraphicFramePr>
        <p:xfrm>
          <a:off x="6962775" y="1357313"/>
          <a:ext cx="4621213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C4E50C7-4C73-4DF3-1C81-2B6ABC6925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Per the brand guide, for simple and uncluttered communication, use as few colors as possible. </a:t>
            </a:r>
            <a:br>
              <a:rPr lang="en-US" dirty="0"/>
            </a:br>
            <a:r>
              <a:rPr lang="en-US" dirty="0"/>
              <a:t>Start with Halliburton red for emphasis, then use </a:t>
            </a:r>
            <a:br>
              <a:rPr lang="en-US" dirty="0"/>
            </a:br>
            <a:r>
              <a:rPr lang="en-US" dirty="0"/>
              <a:t>the primary color palette of grays as needed.</a:t>
            </a:r>
          </a:p>
          <a:p>
            <a:r>
              <a:rPr lang="en-US" dirty="0"/>
              <a:t>Two-dimensional, flat color is preferred. </a:t>
            </a:r>
            <a:br>
              <a:rPr lang="en-US" dirty="0"/>
            </a:br>
            <a:r>
              <a:rPr lang="en-US" dirty="0"/>
              <a:t>Avoid decorative embellishments such as bevels, drop shadows, reflections and 3D effects, as these have been overused and can make a presentation appear unprofessional and outdated.</a:t>
            </a:r>
          </a:p>
          <a:p>
            <a:r>
              <a:rPr lang="en-US" dirty="0"/>
              <a:t>Keep it simple: reduce lines, tick marks, numbers, labels, etc. if they are not needed to tell the story... less is more.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1C60578-6F65-C65F-5C60-050941E0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and Graphs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79EF2-7A21-AAD2-AD73-6264FA493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563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C0FC713-FC21-65AF-AE72-D8B437FED4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561D027-DD94-D1EF-8325-BB142DA7865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10E762C-4994-4F1E-521F-AFF391DFF7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Chart Placeholder 8">
            <a:extLst>
              <a:ext uri="{FF2B5EF4-FFF2-40B4-BE49-F238E27FC236}">
                <a16:creationId xmlns:a16="http://schemas.microsoft.com/office/drawing/2014/main" id="{AEE85A7D-E5C5-68D9-BF33-6C799A0A14B3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854257827"/>
              </p:ext>
            </p:extLst>
          </p:nvPr>
        </p:nvGraphicFramePr>
        <p:xfrm>
          <a:off x="608013" y="1244600"/>
          <a:ext cx="8247062" cy="4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itle 7">
            <a:extLst>
              <a:ext uri="{FF2B5EF4-FFF2-40B4-BE49-F238E27FC236}">
                <a16:creationId xmlns:a16="http://schemas.microsoft.com/office/drawing/2014/main" id="{078110A8-D1BF-E22E-030F-89BEE949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and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3F7AFF-4AC0-18E9-232E-39E2A913C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15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able Placeholder 51">
            <a:extLst>
              <a:ext uri="{FF2B5EF4-FFF2-40B4-BE49-F238E27FC236}">
                <a16:creationId xmlns:a16="http://schemas.microsoft.com/office/drawing/2014/main" id="{87863461-398A-6009-C31D-05F2AE6E488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6875" y="1284289"/>
            <a:ext cx="11009974" cy="3239518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517B271-55A5-77FC-04E6-51A0351A9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8BC4B01-418F-F54A-CF37-DBA9672AB0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038390"/>
              </p:ext>
            </p:extLst>
          </p:nvPr>
        </p:nvGraphicFramePr>
        <p:xfrm>
          <a:off x="591345" y="4756025"/>
          <a:ext cx="55005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0100">
                  <a:extLst>
                    <a:ext uri="{9D8B030D-6E8A-4147-A177-3AD203B41FA5}">
                      <a16:colId xmlns:a16="http://schemas.microsoft.com/office/drawing/2014/main" val="791765534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757803001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2884285587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3758027408"/>
                    </a:ext>
                  </a:extLst>
                </a:gridCol>
                <a:gridCol w="1100100">
                  <a:extLst>
                    <a:ext uri="{9D8B030D-6E8A-4147-A177-3AD203B41FA5}">
                      <a16:colId xmlns:a16="http://schemas.microsoft.com/office/drawing/2014/main" val="1805438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14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8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4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789349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81A5712E-8BC2-0F02-E769-5EEECC6E2696}"/>
              </a:ext>
            </a:extLst>
          </p:cNvPr>
          <p:cNvGrpSpPr/>
          <p:nvPr/>
        </p:nvGrpSpPr>
        <p:grpSpPr>
          <a:xfrm>
            <a:off x="6165106" y="4728086"/>
            <a:ext cx="4013226" cy="1485901"/>
            <a:chOff x="6194747" y="3476646"/>
            <a:chExt cx="4013226" cy="1485901"/>
          </a:xfrm>
        </p:grpSpPr>
        <p:pic>
          <p:nvPicPr>
            <p:cNvPr id="41" name="Picture 4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45E5265-81AE-7DA7-4E67-C7236B8DE6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65" t="8434" r="3962" b="57255"/>
            <a:stretch/>
          </p:blipFill>
          <p:spPr>
            <a:xfrm>
              <a:off x="6723940" y="3476646"/>
              <a:ext cx="3484033" cy="1281621"/>
            </a:xfrm>
            <a:prstGeom prst="rect">
              <a:avLst/>
            </a:prstGeom>
          </p:spPr>
        </p:pic>
        <p:sp>
          <p:nvSpPr>
            <p:cNvPr id="28" name="Text Placeholder 2">
              <a:extLst>
                <a:ext uri="{FF2B5EF4-FFF2-40B4-BE49-F238E27FC236}">
                  <a16:creationId xmlns:a16="http://schemas.microsoft.com/office/drawing/2014/main" id="{126948F8-58E8-F572-824F-27571D478D8B}"/>
                </a:ext>
              </a:extLst>
            </p:cNvPr>
            <p:cNvSpPr txBox="1">
              <a:spLocks/>
            </p:cNvSpPr>
            <p:nvPr/>
          </p:nvSpPr>
          <p:spPr>
            <a:xfrm>
              <a:off x="6194747" y="4050248"/>
              <a:ext cx="1693359" cy="91229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 kern="1200" baseline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521208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749808" indent="-17373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Calibri" panose="020F0502020204030204" pitchFamily="34" charset="0"/>
                <a:buChar char="&gt;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18872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Rubik Light" pitchFamily="2" charset="-79"/>
                <a:buChar char="—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Rubik Light" pitchFamily="2" charset="-79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dirty="0"/>
                <a:t>After creating your table, highlight the title row and </a:t>
              </a:r>
              <a:r>
                <a:rPr lang="en-US" sz="1100" b="1" dirty="0"/>
                <a:t>“Right Click”, </a:t>
              </a:r>
              <a:r>
                <a:rPr lang="en-US" sz="1100" dirty="0"/>
                <a:t>then choose the </a:t>
              </a:r>
              <a:r>
                <a:rPr lang="en-US" sz="1100" dirty="0">
                  <a:solidFill>
                    <a:schemeClr val="tx2"/>
                  </a:solidFill>
                  <a:highlight>
                    <a:srgbClr val="FFFF00"/>
                  </a:highlight>
                </a:rPr>
                <a:t>paint bucket </a:t>
              </a:r>
              <a:r>
                <a:rPr lang="en-US" sz="1100" dirty="0">
                  <a:highlight>
                    <a:srgbClr val="FFFF00"/>
                  </a:highlight>
                </a:rPr>
                <a:t>drop down</a:t>
              </a:r>
              <a:r>
                <a:rPr lang="en-US" sz="1100" dirty="0"/>
                <a:t> and click </a:t>
              </a:r>
              <a:r>
                <a:rPr lang="en-US" sz="1100" b="1" dirty="0">
                  <a:solidFill>
                    <a:schemeClr val="accent1"/>
                  </a:solidFill>
                </a:rPr>
                <a:t>red</a:t>
              </a:r>
              <a:r>
                <a:rPr lang="en-US" sz="1100" dirty="0"/>
                <a:t>. </a:t>
              </a:r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C76B2C6D-3BE3-C538-4877-2C3F29C24BC5}"/>
                </a:ext>
              </a:extLst>
            </p:cNvPr>
            <p:cNvSpPr/>
            <p:nvPr/>
          </p:nvSpPr>
          <p:spPr>
            <a:xfrm rot="10800000">
              <a:off x="6194748" y="3596234"/>
              <a:ext cx="316223" cy="188368"/>
            </a:xfrm>
            <a:prstGeom prst="rightArrow">
              <a:avLst>
                <a:gd name="adj1" fmla="val 50000"/>
                <a:gd name="adj2" fmla="val 8783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C11CE7-7E0D-66B5-8B49-69B39F6B0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7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E609AA-9501-5B6F-AC31-7A92FBF5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Examples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A1F19EAC-C6D9-BD28-6B83-F07618CA9F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1842786"/>
              </p:ext>
            </p:extLst>
          </p:nvPr>
        </p:nvGraphicFramePr>
        <p:xfrm>
          <a:off x="2582058" y="1359592"/>
          <a:ext cx="3774668" cy="1552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435531571"/>
                    </a:ext>
                  </a:extLst>
                </a:gridCol>
              </a:tblGrid>
              <a:tr h="331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Title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j-lt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sz="1000" b="0" baseline="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j-lt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j-lt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j-lt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1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2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3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4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5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1906DD-A2C1-39A9-0E6F-2DA31D7FD233}"/>
              </a:ext>
            </a:extLst>
          </p:cNvPr>
          <p:cNvCxnSpPr>
            <a:cxnSpLocks/>
          </p:cNvCxnSpPr>
          <p:nvPr/>
        </p:nvCxnSpPr>
        <p:spPr>
          <a:xfrm>
            <a:off x="553625" y="3561360"/>
            <a:ext cx="10767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86C809-0F30-EA89-A55E-08C14EF0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7" y="1967579"/>
            <a:ext cx="16219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+mj-lt"/>
                <a:cs typeface="Rubik Light" panose="02000604000000020004" pitchFamily="2" charset="-79"/>
              </a:rPr>
              <a:t>Standard</a:t>
            </a:r>
            <a:endParaRPr lang="id-ID" altLang="en-US" sz="2400" dirty="0">
              <a:latin typeface="+mj-lt"/>
              <a:cs typeface="Rubik Light" panose="02000604000000020004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037F32-D84A-2F55-7308-02B3950D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7" y="4562119"/>
            <a:ext cx="22923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+mj-lt"/>
                <a:cs typeface="Rubik Light" panose="02000604000000020004" pitchFamily="2" charset="-79"/>
              </a:rPr>
              <a:t>Callouts</a:t>
            </a:r>
            <a:endParaRPr lang="id-ID" altLang="en-US" sz="2400" dirty="0">
              <a:latin typeface="+mj-lt"/>
              <a:cs typeface="Rubik Light" panose="02000604000000020004" pitchFamily="2" charset="-79"/>
            </a:endParaRPr>
          </a:p>
        </p:txBody>
      </p:sp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AAA101B6-1604-FC3B-2443-6E8EB21B27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598969"/>
              </p:ext>
            </p:extLst>
          </p:nvPr>
        </p:nvGraphicFramePr>
        <p:xfrm>
          <a:off x="6998114" y="1359592"/>
          <a:ext cx="3774668" cy="1552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435531571"/>
                    </a:ext>
                  </a:extLst>
                </a:gridCol>
              </a:tblGrid>
              <a:tr h="331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Title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1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2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3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4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5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E974766F-CBC8-180B-2CA0-F1F02DECFE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289259"/>
              </p:ext>
            </p:extLst>
          </p:nvPr>
        </p:nvGraphicFramePr>
        <p:xfrm>
          <a:off x="2582058" y="3959376"/>
          <a:ext cx="3774668" cy="1552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435531571"/>
                    </a:ext>
                  </a:extLst>
                </a:gridCol>
              </a:tblGrid>
              <a:tr h="331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Title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0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20583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1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2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3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4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Text line 5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57178" marR="57178" marT="38112" marB="38112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 Data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Rubik" panose="00000500000000000000" pitchFamily="2" charset="-79"/>
                      </a:endParaRPr>
                    </a:p>
                  </a:txBody>
                  <a:tcPr marL="6861" marR="34305" marT="6861" marB="6861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D8473A7E-B869-06C6-B4F8-3C320F911C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072328"/>
              </p:ext>
            </p:extLst>
          </p:nvPr>
        </p:nvGraphicFramePr>
        <p:xfrm>
          <a:off x="6998114" y="3959376"/>
          <a:ext cx="3774668" cy="1552160"/>
        </p:xfrm>
        <a:graphic>
          <a:graphicData uri="http://schemas.openxmlformats.org/drawingml/2006/table">
            <a:tbl>
              <a:tblPr firstRow="1" bandRow="1"/>
              <a:tblGrid>
                <a:gridCol w="137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3334">
                  <a:extLst>
                    <a:ext uri="{9D8B030D-6E8A-4147-A177-3AD203B41FA5}">
                      <a16:colId xmlns:a16="http://schemas.microsoft.com/office/drawing/2014/main" val="435531571"/>
                    </a:ext>
                  </a:extLst>
                </a:gridCol>
              </a:tblGrid>
              <a:tr h="331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Title</a:t>
                      </a:r>
                    </a:p>
                  </a:txBody>
                  <a:tcPr marL="57178" marR="57178" marT="38112" marB="20583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Data</a:t>
                      </a:r>
                    </a:p>
                  </a:txBody>
                  <a:tcPr marL="57178" marR="57178" marT="38112" marB="2058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Data</a:t>
                      </a:r>
                    </a:p>
                  </a:txBody>
                  <a:tcPr marL="57178" marR="57178" marT="38112" marB="2058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Data</a:t>
                      </a:r>
                    </a:p>
                  </a:txBody>
                  <a:tcPr marL="57178" marR="57178" marT="38112" marB="2058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Text line 1</a:t>
                      </a:r>
                    </a:p>
                  </a:txBody>
                  <a:tcPr marL="57178" marR="57178" marT="38112" marB="38112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Text line 2</a:t>
                      </a:r>
                    </a:p>
                  </a:txBody>
                  <a:tcPr marL="57178" marR="57178" marT="38112" marB="38112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Text line 3</a:t>
                      </a:r>
                    </a:p>
                  </a:txBody>
                  <a:tcPr marL="57178" marR="57178" marT="38112" marB="38112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Text line 4</a:t>
                      </a:r>
                    </a:p>
                  </a:txBody>
                  <a:tcPr marL="57178" marR="57178" marT="38112" marB="38112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Text line 5</a:t>
                      </a:r>
                    </a:p>
                  </a:txBody>
                  <a:tcPr marL="57178" marR="57178" marT="38112" marB="38112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Rubik" panose="00000500000000000000" pitchFamily="2" charset="-79"/>
                        </a:rPr>
                        <a:t> Data</a:t>
                      </a:r>
                    </a:p>
                  </a:txBody>
                  <a:tcPr marL="6861" marR="34305" marT="6861" marB="686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868E1-B045-70A2-3B23-1638F938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417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7122B9-8080-F773-018E-5711FE4E62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B23A3E-C442-E81D-6136-03DF1D0CB6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Copy goes here</a:t>
            </a:r>
          </a:p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F5E8D9D1-F0F8-4F7F-3856-42EB7780A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6C03FC-8C5F-70A1-A12C-494AF282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796E20-1D27-2D50-A8AA-0EE0B35AD305}"/>
              </a:ext>
            </a:extLst>
          </p:cNvPr>
          <p:cNvGrpSpPr/>
          <p:nvPr/>
        </p:nvGrpSpPr>
        <p:grpSpPr>
          <a:xfrm>
            <a:off x="6190631" y="1483564"/>
            <a:ext cx="5378450" cy="4008171"/>
            <a:chOff x="6056286" y="1589293"/>
            <a:chExt cx="5494265" cy="4094480"/>
          </a:xfrm>
        </p:grpSpPr>
        <p:sp>
          <p:nvSpPr>
            <p:cNvPr id="16" name="Freeform 80">
              <a:extLst>
                <a:ext uri="{FF2B5EF4-FFF2-40B4-BE49-F238E27FC236}">
                  <a16:creationId xmlns:a16="http://schemas.microsoft.com/office/drawing/2014/main" id="{5B796AF5-2839-AB71-D888-A0E54EFA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297240"/>
              <a:ext cx="583594" cy="1025690"/>
            </a:xfrm>
            <a:custGeom>
              <a:avLst/>
              <a:gdLst>
                <a:gd name="T0" fmla="*/ 440 w 1780"/>
                <a:gd name="T1" fmla="*/ 1623 h 3130"/>
                <a:gd name="T2" fmla="*/ 505 w 1780"/>
                <a:gd name="T3" fmla="*/ 1791 h 3130"/>
                <a:gd name="T4" fmla="*/ 589 w 1780"/>
                <a:gd name="T5" fmla="*/ 1843 h 3130"/>
                <a:gd name="T6" fmla="*/ 783 w 1780"/>
                <a:gd name="T7" fmla="*/ 2004 h 3130"/>
                <a:gd name="T8" fmla="*/ 783 w 1780"/>
                <a:gd name="T9" fmla="*/ 2114 h 3130"/>
                <a:gd name="T10" fmla="*/ 912 w 1780"/>
                <a:gd name="T11" fmla="*/ 2172 h 3130"/>
                <a:gd name="T12" fmla="*/ 1022 w 1780"/>
                <a:gd name="T13" fmla="*/ 2294 h 3130"/>
                <a:gd name="T14" fmla="*/ 919 w 1780"/>
                <a:gd name="T15" fmla="*/ 2469 h 3130"/>
                <a:gd name="T16" fmla="*/ 854 w 1780"/>
                <a:gd name="T17" fmla="*/ 2618 h 3130"/>
                <a:gd name="T18" fmla="*/ 899 w 1780"/>
                <a:gd name="T19" fmla="*/ 2766 h 3130"/>
                <a:gd name="T20" fmla="*/ 1016 w 1780"/>
                <a:gd name="T21" fmla="*/ 2734 h 3130"/>
                <a:gd name="T22" fmla="*/ 1093 w 1780"/>
                <a:gd name="T23" fmla="*/ 2766 h 3130"/>
                <a:gd name="T24" fmla="*/ 1294 w 1780"/>
                <a:gd name="T25" fmla="*/ 2889 h 3130"/>
                <a:gd name="T26" fmla="*/ 1404 w 1780"/>
                <a:gd name="T27" fmla="*/ 3038 h 3130"/>
                <a:gd name="T28" fmla="*/ 1527 w 1780"/>
                <a:gd name="T29" fmla="*/ 2999 h 3130"/>
                <a:gd name="T30" fmla="*/ 1507 w 1780"/>
                <a:gd name="T31" fmla="*/ 2637 h 3130"/>
                <a:gd name="T32" fmla="*/ 1643 w 1780"/>
                <a:gd name="T33" fmla="*/ 2650 h 3130"/>
                <a:gd name="T34" fmla="*/ 1662 w 1780"/>
                <a:gd name="T35" fmla="*/ 2650 h 3130"/>
                <a:gd name="T36" fmla="*/ 1746 w 1780"/>
                <a:gd name="T37" fmla="*/ 2488 h 3130"/>
                <a:gd name="T38" fmla="*/ 1727 w 1780"/>
                <a:gd name="T39" fmla="*/ 1985 h 3130"/>
                <a:gd name="T40" fmla="*/ 1746 w 1780"/>
                <a:gd name="T41" fmla="*/ 1784 h 3130"/>
                <a:gd name="T42" fmla="*/ 1455 w 1780"/>
                <a:gd name="T43" fmla="*/ 1261 h 3130"/>
                <a:gd name="T44" fmla="*/ 1281 w 1780"/>
                <a:gd name="T45" fmla="*/ 905 h 3130"/>
                <a:gd name="T46" fmla="*/ 1074 w 1780"/>
                <a:gd name="T47" fmla="*/ 620 h 3130"/>
                <a:gd name="T48" fmla="*/ 447 w 1780"/>
                <a:gd name="T49" fmla="*/ 194 h 3130"/>
                <a:gd name="T50" fmla="*/ 253 w 1780"/>
                <a:gd name="T51" fmla="*/ 0 h 3130"/>
                <a:gd name="T52" fmla="*/ 240 w 1780"/>
                <a:gd name="T53" fmla="*/ 51 h 3130"/>
                <a:gd name="T54" fmla="*/ 136 w 1780"/>
                <a:gd name="T55" fmla="*/ 168 h 3130"/>
                <a:gd name="T56" fmla="*/ 0 w 1780"/>
                <a:gd name="T57" fmla="*/ 284 h 3130"/>
                <a:gd name="T58" fmla="*/ 46 w 1780"/>
                <a:gd name="T59" fmla="*/ 446 h 3130"/>
                <a:gd name="T60" fmla="*/ 33 w 1780"/>
                <a:gd name="T61" fmla="*/ 582 h 3130"/>
                <a:gd name="T62" fmla="*/ 78 w 1780"/>
                <a:gd name="T63" fmla="*/ 711 h 3130"/>
                <a:gd name="T64" fmla="*/ 78 w 1780"/>
                <a:gd name="T65" fmla="*/ 795 h 3130"/>
                <a:gd name="T66" fmla="*/ 72 w 1780"/>
                <a:gd name="T67" fmla="*/ 1015 h 3130"/>
                <a:gd name="T68" fmla="*/ 201 w 1780"/>
                <a:gd name="T69" fmla="*/ 1183 h 3130"/>
                <a:gd name="T70" fmla="*/ 214 w 1780"/>
                <a:gd name="T71" fmla="*/ 1396 h 3130"/>
                <a:gd name="T72" fmla="*/ 265 w 1780"/>
                <a:gd name="T73" fmla="*/ 1494 h 3130"/>
                <a:gd name="T74" fmla="*/ 388 w 1780"/>
                <a:gd name="T75" fmla="*/ 1539 h 3130"/>
                <a:gd name="T76" fmla="*/ 440 w 1780"/>
                <a:gd name="T77" fmla="*/ 1623 h 3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80" h="3130">
                  <a:moveTo>
                    <a:pt x="440" y="1623"/>
                  </a:moveTo>
                  <a:lnTo>
                    <a:pt x="440" y="1623"/>
                  </a:lnTo>
                  <a:cubicBezTo>
                    <a:pt x="453" y="1681"/>
                    <a:pt x="466" y="1707"/>
                    <a:pt x="492" y="1759"/>
                  </a:cubicBezTo>
                  <a:cubicBezTo>
                    <a:pt x="498" y="1772"/>
                    <a:pt x="492" y="1784"/>
                    <a:pt x="505" y="1791"/>
                  </a:cubicBezTo>
                  <a:cubicBezTo>
                    <a:pt x="518" y="1804"/>
                    <a:pt x="537" y="1804"/>
                    <a:pt x="556" y="1817"/>
                  </a:cubicBezTo>
                  <a:cubicBezTo>
                    <a:pt x="569" y="1823"/>
                    <a:pt x="576" y="1836"/>
                    <a:pt x="589" y="1843"/>
                  </a:cubicBezTo>
                  <a:cubicBezTo>
                    <a:pt x="660" y="1869"/>
                    <a:pt x="712" y="1869"/>
                    <a:pt x="783" y="1894"/>
                  </a:cubicBezTo>
                  <a:cubicBezTo>
                    <a:pt x="783" y="2004"/>
                    <a:pt x="783" y="2004"/>
                    <a:pt x="783" y="2004"/>
                  </a:cubicBezTo>
                  <a:cubicBezTo>
                    <a:pt x="770" y="2017"/>
                    <a:pt x="744" y="2024"/>
                    <a:pt x="744" y="2043"/>
                  </a:cubicBezTo>
                  <a:cubicBezTo>
                    <a:pt x="744" y="2075"/>
                    <a:pt x="770" y="2088"/>
                    <a:pt x="783" y="2114"/>
                  </a:cubicBezTo>
                  <a:cubicBezTo>
                    <a:pt x="796" y="2140"/>
                    <a:pt x="796" y="2172"/>
                    <a:pt x="828" y="2172"/>
                  </a:cubicBezTo>
                  <a:cubicBezTo>
                    <a:pt x="912" y="2172"/>
                    <a:pt x="912" y="2172"/>
                    <a:pt x="912" y="2172"/>
                  </a:cubicBezTo>
                  <a:cubicBezTo>
                    <a:pt x="925" y="2172"/>
                    <a:pt x="932" y="2166"/>
                    <a:pt x="944" y="2160"/>
                  </a:cubicBezTo>
                  <a:cubicBezTo>
                    <a:pt x="970" y="2211"/>
                    <a:pt x="1022" y="2237"/>
                    <a:pt x="1022" y="2294"/>
                  </a:cubicBezTo>
                  <a:cubicBezTo>
                    <a:pt x="1022" y="2346"/>
                    <a:pt x="996" y="2378"/>
                    <a:pt x="958" y="2417"/>
                  </a:cubicBezTo>
                  <a:cubicBezTo>
                    <a:pt x="944" y="2437"/>
                    <a:pt x="938" y="2450"/>
                    <a:pt x="919" y="2469"/>
                  </a:cubicBezTo>
                  <a:cubicBezTo>
                    <a:pt x="906" y="2488"/>
                    <a:pt x="886" y="2495"/>
                    <a:pt x="874" y="2514"/>
                  </a:cubicBezTo>
                  <a:cubicBezTo>
                    <a:pt x="854" y="2547"/>
                    <a:pt x="854" y="2579"/>
                    <a:pt x="854" y="2618"/>
                  </a:cubicBezTo>
                  <a:cubicBezTo>
                    <a:pt x="854" y="2650"/>
                    <a:pt x="860" y="2669"/>
                    <a:pt x="867" y="2702"/>
                  </a:cubicBezTo>
                  <a:cubicBezTo>
                    <a:pt x="874" y="2728"/>
                    <a:pt x="874" y="2766"/>
                    <a:pt x="899" y="2766"/>
                  </a:cubicBezTo>
                  <a:cubicBezTo>
                    <a:pt x="912" y="2766"/>
                    <a:pt x="919" y="2760"/>
                    <a:pt x="932" y="2754"/>
                  </a:cubicBezTo>
                  <a:cubicBezTo>
                    <a:pt x="964" y="2741"/>
                    <a:pt x="983" y="2741"/>
                    <a:pt x="1016" y="2734"/>
                  </a:cubicBezTo>
                  <a:cubicBezTo>
                    <a:pt x="1029" y="2728"/>
                    <a:pt x="1035" y="2721"/>
                    <a:pt x="1048" y="2721"/>
                  </a:cubicBezTo>
                  <a:cubicBezTo>
                    <a:pt x="1074" y="2721"/>
                    <a:pt x="1080" y="2747"/>
                    <a:pt x="1093" y="2766"/>
                  </a:cubicBezTo>
                  <a:cubicBezTo>
                    <a:pt x="1119" y="2799"/>
                    <a:pt x="1139" y="2812"/>
                    <a:pt x="1171" y="2838"/>
                  </a:cubicBezTo>
                  <a:cubicBezTo>
                    <a:pt x="1210" y="2870"/>
                    <a:pt x="1249" y="2863"/>
                    <a:pt x="1294" y="2889"/>
                  </a:cubicBezTo>
                  <a:cubicBezTo>
                    <a:pt x="1313" y="2896"/>
                    <a:pt x="1326" y="2915"/>
                    <a:pt x="1333" y="2928"/>
                  </a:cubicBezTo>
                  <a:cubicBezTo>
                    <a:pt x="1358" y="2973"/>
                    <a:pt x="1378" y="2993"/>
                    <a:pt x="1404" y="3038"/>
                  </a:cubicBezTo>
                  <a:cubicBezTo>
                    <a:pt x="1430" y="3077"/>
                    <a:pt x="1436" y="3103"/>
                    <a:pt x="1475" y="3129"/>
                  </a:cubicBezTo>
                  <a:cubicBezTo>
                    <a:pt x="1514" y="3090"/>
                    <a:pt x="1520" y="3051"/>
                    <a:pt x="1527" y="2999"/>
                  </a:cubicBezTo>
                  <a:cubicBezTo>
                    <a:pt x="1475" y="2812"/>
                    <a:pt x="1475" y="2812"/>
                    <a:pt x="1475" y="2812"/>
                  </a:cubicBezTo>
                  <a:cubicBezTo>
                    <a:pt x="1501" y="2747"/>
                    <a:pt x="1507" y="2708"/>
                    <a:pt x="1507" y="2637"/>
                  </a:cubicBezTo>
                  <a:cubicBezTo>
                    <a:pt x="1546" y="2644"/>
                    <a:pt x="1565" y="2657"/>
                    <a:pt x="1598" y="2657"/>
                  </a:cubicBezTo>
                  <a:cubicBezTo>
                    <a:pt x="1617" y="2657"/>
                    <a:pt x="1624" y="2650"/>
                    <a:pt x="1643" y="2650"/>
                  </a:cubicBezTo>
                  <a:cubicBezTo>
                    <a:pt x="1656" y="2650"/>
                    <a:pt x="1650" y="2650"/>
                    <a:pt x="1662" y="2650"/>
                  </a:cubicBezTo>
                  <a:lnTo>
                    <a:pt x="1662" y="2650"/>
                  </a:lnTo>
                  <a:cubicBezTo>
                    <a:pt x="1682" y="2611"/>
                    <a:pt x="1695" y="2579"/>
                    <a:pt x="1708" y="2534"/>
                  </a:cubicBezTo>
                  <a:cubicBezTo>
                    <a:pt x="1714" y="2508"/>
                    <a:pt x="1740" y="2508"/>
                    <a:pt x="1746" y="2488"/>
                  </a:cubicBezTo>
                  <a:cubicBezTo>
                    <a:pt x="1779" y="2437"/>
                    <a:pt x="1759" y="2398"/>
                    <a:pt x="1779" y="2340"/>
                  </a:cubicBezTo>
                  <a:cubicBezTo>
                    <a:pt x="1727" y="1985"/>
                    <a:pt x="1727" y="1985"/>
                    <a:pt x="1727" y="1985"/>
                  </a:cubicBezTo>
                  <a:cubicBezTo>
                    <a:pt x="1727" y="1914"/>
                    <a:pt x="1727" y="1914"/>
                    <a:pt x="1727" y="1914"/>
                  </a:cubicBezTo>
                  <a:cubicBezTo>
                    <a:pt x="1746" y="1784"/>
                    <a:pt x="1746" y="1784"/>
                    <a:pt x="1746" y="1784"/>
                  </a:cubicBezTo>
                  <a:cubicBezTo>
                    <a:pt x="1746" y="1700"/>
                    <a:pt x="1695" y="1662"/>
                    <a:pt x="1650" y="1591"/>
                  </a:cubicBezTo>
                  <a:cubicBezTo>
                    <a:pt x="1572" y="1461"/>
                    <a:pt x="1520" y="1396"/>
                    <a:pt x="1455" y="1261"/>
                  </a:cubicBezTo>
                  <a:cubicBezTo>
                    <a:pt x="1430" y="1215"/>
                    <a:pt x="1410" y="1196"/>
                    <a:pt x="1391" y="1151"/>
                  </a:cubicBezTo>
                  <a:cubicBezTo>
                    <a:pt x="1339" y="1060"/>
                    <a:pt x="1326" y="1002"/>
                    <a:pt x="1281" y="905"/>
                  </a:cubicBezTo>
                  <a:cubicBezTo>
                    <a:pt x="1242" y="834"/>
                    <a:pt x="1216" y="795"/>
                    <a:pt x="1184" y="724"/>
                  </a:cubicBezTo>
                  <a:cubicBezTo>
                    <a:pt x="1158" y="672"/>
                    <a:pt x="1119" y="659"/>
                    <a:pt x="1074" y="620"/>
                  </a:cubicBezTo>
                  <a:cubicBezTo>
                    <a:pt x="958" y="517"/>
                    <a:pt x="880" y="472"/>
                    <a:pt x="738" y="407"/>
                  </a:cubicBezTo>
                  <a:cubicBezTo>
                    <a:pt x="608" y="349"/>
                    <a:pt x="511" y="316"/>
                    <a:pt x="447" y="194"/>
                  </a:cubicBezTo>
                  <a:cubicBezTo>
                    <a:pt x="427" y="155"/>
                    <a:pt x="427" y="129"/>
                    <a:pt x="395" y="90"/>
                  </a:cubicBezTo>
                  <a:cubicBezTo>
                    <a:pt x="350" y="38"/>
                    <a:pt x="298" y="38"/>
                    <a:pt x="253" y="0"/>
                  </a:cubicBezTo>
                  <a:lnTo>
                    <a:pt x="253" y="0"/>
                  </a:lnTo>
                  <a:cubicBezTo>
                    <a:pt x="246" y="26"/>
                    <a:pt x="246" y="38"/>
                    <a:pt x="240" y="51"/>
                  </a:cubicBezTo>
                  <a:cubicBezTo>
                    <a:pt x="233" y="58"/>
                    <a:pt x="227" y="58"/>
                    <a:pt x="220" y="64"/>
                  </a:cubicBezTo>
                  <a:cubicBezTo>
                    <a:pt x="194" y="103"/>
                    <a:pt x="181" y="142"/>
                    <a:pt x="136" y="168"/>
                  </a:cubicBezTo>
                  <a:cubicBezTo>
                    <a:pt x="104" y="187"/>
                    <a:pt x="78" y="194"/>
                    <a:pt x="52" y="220"/>
                  </a:cubicBezTo>
                  <a:cubicBezTo>
                    <a:pt x="26" y="245"/>
                    <a:pt x="0" y="252"/>
                    <a:pt x="0" y="284"/>
                  </a:cubicBezTo>
                  <a:cubicBezTo>
                    <a:pt x="0" y="310"/>
                    <a:pt x="20" y="316"/>
                    <a:pt x="26" y="336"/>
                  </a:cubicBezTo>
                  <a:cubicBezTo>
                    <a:pt x="46" y="375"/>
                    <a:pt x="46" y="401"/>
                    <a:pt x="46" y="446"/>
                  </a:cubicBezTo>
                  <a:cubicBezTo>
                    <a:pt x="46" y="485"/>
                    <a:pt x="13" y="498"/>
                    <a:pt x="13" y="536"/>
                  </a:cubicBezTo>
                  <a:cubicBezTo>
                    <a:pt x="13" y="556"/>
                    <a:pt x="26" y="562"/>
                    <a:pt x="33" y="582"/>
                  </a:cubicBezTo>
                  <a:cubicBezTo>
                    <a:pt x="39" y="608"/>
                    <a:pt x="33" y="627"/>
                    <a:pt x="33" y="653"/>
                  </a:cubicBezTo>
                  <a:cubicBezTo>
                    <a:pt x="33" y="679"/>
                    <a:pt x="65" y="685"/>
                    <a:pt x="78" y="711"/>
                  </a:cubicBezTo>
                  <a:cubicBezTo>
                    <a:pt x="84" y="718"/>
                    <a:pt x="84" y="730"/>
                    <a:pt x="91" y="743"/>
                  </a:cubicBezTo>
                  <a:cubicBezTo>
                    <a:pt x="78" y="795"/>
                    <a:pt x="78" y="795"/>
                    <a:pt x="78" y="795"/>
                  </a:cubicBezTo>
                  <a:cubicBezTo>
                    <a:pt x="78" y="873"/>
                    <a:pt x="72" y="911"/>
                    <a:pt x="72" y="989"/>
                  </a:cubicBezTo>
                  <a:cubicBezTo>
                    <a:pt x="72" y="1015"/>
                    <a:pt x="72" y="1015"/>
                    <a:pt x="72" y="1015"/>
                  </a:cubicBezTo>
                  <a:cubicBezTo>
                    <a:pt x="72" y="1041"/>
                    <a:pt x="104" y="1047"/>
                    <a:pt x="130" y="1067"/>
                  </a:cubicBezTo>
                  <a:cubicBezTo>
                    <a:pt x="175" y="1092"/>
                    <a:pt x="201" y="1131"/>
                    <a:pt x="201" y="1183"/>
                  </a:cubicBezTo>
                  <a:cubicBezTo>
                    <a:pt x="201" y="1338"/>
                    <a:pt x="201" y="1338"/>
                    <a:pt x="201" y="1338"/>
                  </a:cubicBezTo>
                  <a:cubicBezTo>
                    <a:pt x="201" y="1364"/>
                    <a:pt x="214" y="1377"/>
                    <a:pt x="214" y="1396"/>
                  </a:cubicBezTo>
                  <a:cubicBezTo>
                    <a:pt x="220" y="1422"/>
                    <a:pt x="214" y="1442"/>
                    <a:pt x="227" y="1468"/>
                  </a:cubicBezTo>
                  <a:cubicBezTo>
                    <a:pt x="240" y="1480"/>
                    <a:pt x="253" y="1480"/>
                    <a:pt x="265" y="1494"/>
                  </a:cubicBezTo>
                  <a:cubicBezTo>
                    <a:pt x="279" y="1500"/>
                    <a:pt x="285" y="1513"/>
                    <a:pt x="298" y="1519"/>
                  </a:cubicBezTo>
                  <a:cubicBezTo>
                    <a:pt x="330" y="1532"/>
                    <a:pt x="356" y="1526"/>
                    <a:pt x="388" y="1539"/>
                  </a:cubicBezTo>
                  <a:cubicBezTo>
                    <a:pt x="395" y="1545"/>
                    <a:pt x="395" y="1552"/>
                    <a:pt x="401" y="1558"/>
                  </a:cubicBezTo>
                  <a:cubicBezTo>
                    <a:pt x="421" y="1578"/>
                    <a:pt x="427" y="1597"/>
                    <a:pt x="440" y="1623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 dirty="0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17" name="Freeform 82">
              <a:extLst>
                <a:ext uri="{FF2B5EF4-FFF2-40B4-BE49-F238E27FC236}">
                  <a16:creationId xmlns:a16="http://schemas.microsoft.com/office/drawing/2014/main" id="{A8774F16-2BAB-702D-3E5F-EA44619E5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8658" y="4334485"/>
              <a:ext cx="595150" cy="647196"/>
            </a:xfrm>
            <a:custGeom>
              <a:avLst/>
              <a:gdLst>
                <a:gd name="T0" fmla="*/ 1474 w 1818"/>
                <a:gd name="T1" fmla="*/ 1029 h 1974"/>
                <a:gd name="T2" fmla="*/ 1300 w 1818"/>
                <a:gd name="T3" fmla="*/ 1061 h 1974"/>
                <a:gd name="T4" fmla="*/ 1261 w 1818"/>
                <a:gd name="T5" fmla="*/ 1158 h 1974"/>
                <a:gd name="T6" fmla="*/ 1319 w 1818"/>
                <a:gd name="T7" fmla="*/ 1268 h 1974"/>
                <a:gd name="T8" fmla="*/ 1377 w 1818"/>
                <a:gd name="T9" fmla="*/ 1333 h 1974"/>
                <a:gd name="T10" fmla="*/ 1507 w 1818"/>
                <a:gd name="T11" fmla="*/ 1126 h 1974"/>
                <a:gd name="T12" fmla="*/ 1507 w 1818"/>
                <a:gd name="T13" fmla="*/ 1074 h 1974"/>
                <a:gd name="T14" fmla="*/ 1785 w 1818"/>
                <a:gd name="T15" fmla="*/ 945 h 1974"/>
                <a:gd name="T16" fmla="*/ 1778 w 1818"/>
                <a:gd name="T17" fmla="*/ 990 h 1974"/>
                <a:gd name="T18" fmla="*/ 1791 w 1818"/>
                <a:gd name="T19" fmla="*/ 1119 h 1974"/>
                <a:gd name="T20" fmla="*/ 1778 w 1818"/>
                <a:gd name="T21" fmla="*/ 1404 h 1974"/>
                <a:gd name="T22" fmla="*/ 1500 w 1818"/>
                <a:gd name="T23" fmla="*/ 1578 h 1974"/>
                <a:gd name="T24" fmla="*/ 1513 w 1818"/>
                <a:gd name="T25" fmla="*/ 1824 h 1974"/>
                <a:gd name="T26" fmla="*/ 1455 w 1818"/>
                <a:gd name="T27" fmla="*/ 1960 h 1974"/>
                <a:gd name="T28" fmla="*/ 1384 w 1818"/>
                <a:gd name="T29" fmla="*/ 1973 h 1974"/>
                <a:gd name="T30" fmla="*/ 1028 w 1818"/>
                <a:gd name="T31" fmla="*/ 1798 h 1974"/>
                <a:gd name="T32" fmla="*/ 886 w 1818"/>
                <a:gd name="T33" fmla="*/ 1637 h 1974"/>
                <a:gd name="T34" fmla="*/ 776 w 1818"/>
                <a:gd name="T35" fmla="*/ 1261 h 1974"/>
                <a:gd name="T36" fmla="*/ 789 w 1818"/>
                <a:gd name="T37" fmla="*/ 1158 h 1974"/>
                <a:gd name="T38" fmla="*/ 795 w 1818"/>
                <a:gd name="T39" fmla="*/ 1054 h 1974"/>
                <a:gd name="T40" fmla="*/ 517 w 1818"/>
                <a:gd name="T41" fmla="*/ 673 h 1974"/>
                <a:gd name="T42" fmla="*/ 258 w 1818"/>
                <a:gd name="T43" fmla="*/ 298 h 1974"/>
                <a:gd name="T44" fmla="*/ 39 w 1818"/>
                <a:gd name="T45" fmla="*/ 149 h 1974"/>
                <a:gd name="T46" fmla="*/ 0 w 1818"/>
                <a:gd name="T47" fmla="*/ 7 h 1974"/>
                <a:gd name="T48" fmla="*/ 65 w 1818"/>
                <a:gd name="T49" fmla="*/ 0 h 1974"/>
                <a:gd name="T50" fmla="*/ 246 w 1818"/>
                <a:gd name="T51" fmla="*/ 26 h 1974"/>
                <a:gd name="T52" fmla="*/ 265 w 1818"/>
                <a:gd name="T53" fmla="*/ 123 h 1974"/>
                <a:gd name="T54" fmla="*/ 375 w 1818"/>
                <a:gd name="T55" fmla="*/ 130 h 1974"/>
                <a:gd name="T56" fmla="*/ 543 w 1818"/>
                <a:gd name="T57" fmla="*/ 188 h 1974"/>
                <a:gd name="T58" fmla="*/ 646 w 1818"/>
                <a:gd name="T59" fmla="*/ 220 h 1974"/>
                <a:gd name="T60" fmla="*/ 769 w 1818"/>
                <a:gd name="T61" fmla="*/ 285 h 1974"/>
                <a:gd name="T62" fmla="*/ 815 w 1818"/>
                <a:gd name="T63" fmla="*/ 85 h 1974"/>
                <a:gd name="T64" fmla="*/ 899 w 1818"/>
                <a:gd name="T65" fmla="*/ 136 h 1974"/>
                <a:gd name="T66" fmla="*/ 1035 w 1818"/>
                <a:gd name="T67" fmla="*/ 266 h 1974"/>
                <a:gd name="T68" fmla="*/ 1145 w 1818"/>
                <a:gd name="T69" fmla="*/ 253 h 1974"/>
                <a:gd name="T70" fmla="*/ 1300 w 1818"/>
                <a:gd name="T71" fmla="*/ 201 h 1974"/>
                <a:gd name="T72" fmla="*/ 1481 w 1818"/>
                <a:gd name="T73" fmla="*/ 266 h 1974"/>
                <a:gd name="T74" fmla="*/ 1545 w 1818"/>
                <a:gd name="T75" fmla="*/ 343 h 1974"/>
                <a:gd name="T76" fmla="*/ 1520 w 1818"/>
                <a:gd name="T77" fmla="*/ 518 h 1974"/>
                <a:gd name="T78" fmla="*/ 1520 w 1818"/>
                <a:gd name="T79" fmla="*/ 673 h 1974"/>
                <a:gd name="T80" fmla="*/ 1533 w 1818"/>
                <a:gd name="T81" fmla="*/ 796 h 1974"/>
                <a:gd name="T82" fmla="*/ 1636 w 1818"/>
                <a:gd name="T83" fmla="*/ 925 h 1974"/>
                <a:gd name="T84" fmla="*/ 1455 w 1818"/>
                <a:gd name="T85" fmla="*/ 1436 h 1974"/>
                <a:gd name="T86" fmla="*/ 1423 w 1818"/>
                <a:gd name="T87" fmla="*/ 1449 h 1974"/>
                <a:gd name="T88" fmla="*/ 1352 w 1818"/>
                <a:gd name="T89" fmla="*/ 1436 h 1974"/>
                <a:gd name="T90" fmla="*/ 1345 w 1818"/>
                <a:gd name="T91" fmla="*/ 1501 h 1974"/>
                <a:gd name="T92" fmla="*/ 1364 w 1818"/>
                <a:gd name="T93" fmla="*/ 1520 h 1974"/>
                <a:gd name="T94" fmla="*/ 1397 w 1818"/>
                <a:gd name="T95" fmla="*/ 1539 h 1974"/>
                <a:gd name="T96" fmla="*/ 1423 w 1818"/>
                <a:gd name="T97" fmla="*/ 1546 h 1974"/>
                <a:gd name="T98" fmla="*/ 1436 w 1818"/>
                <a:gd name="T99" fmla="*/ 1520 h 1974"/>
                <a:gd name="T100" fmla="*/ 1442 w 1818"/>
                <a:gd name="T101" fmla="*/ 1501 h 1974"/>
                <a:gd name="T102" fmla="*/ 1455 w 1818"/>
                <a:gd name="T103" fmla="*/ 1481 h 1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18" h="1974">
                  <a:moveTo>
                    <a:pt x="1474" y="1029"/>
                  </a:moveTo>
                  <a:lnTo>
                    <a:pt x="1474" y="1029"/>
                  </a:lnTo>
                  <a:cubicBezTo>
                    <a:pt x="1436" y="1009"/>
                    <a:pt x="1416" y="996"/>
                    <a:pt x="1371" y="996"/>
                  </a:cubicBezTo>
                  <a:cubicBezTo>
                    <a:pt x="1332" y="996"/>
                    <a:pt x="1300" y="1022"/>
                    <a:pt x="1300" y="1061"/>
                  </a:cubicBezTo>
                  <a:cubicBezTo>
                    <a:pt x="1300" y="1074"/>
                    <a:pt x="1300" y="1080"/>
                    <a:pt x="1300" y="1093"/>
                  </a:cubicBezTo>
                  <a:cubicBezTo>
                    <a:pt x="1293" y="1119"/>
                    <a:pt x="1261" y="1132"/>
                    <a:pt x="1261" y="1158"/>
                  </a:cubicBezTo>
                  <a:cubicBezTo>
                    <a:pt x="1261" y="1184"/>
                    <a:pt x="1280" y="1197"/>
                    <a:pt x="1293" y="1216"/>
                  </a:cubicBezTo>
                  <a:cubicBezTo>
                    <a:pt x="1306" y="1235"/>
                    <a:pt x="1306" y="1249"/>
                    <a:pt x="1319" y="1268"/>
                  </a:cubicBezTo>
                  <a:cubicBezTo>
                    <a:pt x="1326" y="1274"/>
                    <a:pt x="1332" y="1281"/>
                    <a:pt x="1339" y="1287"/>
                  </a:cubicBezTo>
                  <a:cubicBezTo>
                    <a:pt x="1352" y="1307"/>
                    <a:pt x="1358" y="1333"/>
                    <a:pt x="1377" y="1333"/>
                  </a:cubicBezTo>
                  <a:cubicBezTo>
                    <a:pt x="1416" y="1333"/>
                    <a:pt x="1429" y="1307"/>
                    <a:pt x="1455" y="1287"/>
                  </a:cubicBezTo>
                  <a:cubicBezTo>
                    <a:pt x="1500" y="1242"/>
                    <a:pt x="1507" y="1190"/>
                    <a:pt x="1507" y="1126"/>
                  </a:cubicBezTo>
                  <a:cubicBezTo>
                    <a:pt x="1507" y="1113"/>
                    <a:pt x="1500" y="1106"/>
                    <a:pt x="1500" y="1093"/>
                  </a:cubicBezTo>
                  <a:cubicBezTo>
                    <a:pt x="1500" y="1080"/>
                    <a:pt x="1507" y="1080"/>
                    <a:pt x="1507" y="1074"/>
                  </a:cubicBezTo>
                  <a:cubicBezTo>
                    <a:pt x="1507" y="1061"/>
                    <a:pt x="1481" y="1042"/>
                    <a:pt x="1474" y="1029"/>
                  </a:cubicBezTo>
                  <a:close/>
                  <a:moveTo>
                    <a:pt x="1785" y="945"/>
                  </a:moveTo>
                  <a:lnTo>
                    <a:pt x="1785" y="945"/>
                  </a:lnTo>
                  <a:cubicBezTo>
                    <a:pt x="1785" y="964"/>
                    <a:pt x="1778" y="977"/>
                    <a:pt x="1778" y="990"/>
                  </a:cubicBezTo>
                  <a:cubicBezTo>
                    <a:pt x="1778" y="1016"/>
                    <a:pt x="1791" y="1029"/>
                    <a:pt x="1791" y="1054"/>
                  </a:cubicBezTo>
                  <a:cubicBezTo>
                    <a:pt x="1798" y="1080"/>
                    <a:pt x="1791" y="1093"/>
                    <a:pt x="1791" y="1119"/>
                  </a:cubicBezTo>
                  <a:cubicBezTo>
                    <a:pt x="1798" y="1177"/>
                    <a:pt x="1817" y="1203"/>
                    <a:pt x="1817" y="1261"/>
                  </a:cubicBezTo>
                  <a:cubicBezTo>
                    <a:pt x="1817" y="1320"/>
                    <a:pt x="1804" y="1352"/>
                    <a:pt x="1778" y="1404"/>
                  </a:cubicBezTo>
                  <a:cubicBezTo>
                    <a:pt x="1759" y="1455"/>
                    <a:pt x="1759" y="1494"/>
                    <a:pt x="1714" y="1527"/>
                  </a:cubicBezTo>
                  <a:cubicBezTo>
                    <a:pt x="1649" y="1578"/>
                    <a:pt x="1584" y="1585"/>
                    <a:pt x="1500" y="1578"/>
                  </a:cubicBezTo>
                  <a:cubicBezTo>
                    <a:pt x="1533" y="1624"/>
                    <a:pt x="1539" y="1662"/>
                    <a:pt x="1539" y="1721"/>
                  </a:cubicBezTo>
                  <a:cubicBezTo>
                    <a:pt x="1539" y="1759"/>
                    <a:pt x="1533" y="1785"/>
                    <a:pt x="1513" y="1824"/>
                  </a:cubicBezTo>
                  <a:cubicBezTo>
                    <a:pt x="1507" y="1837"/>
                    <a:pt x="1494" y="1843"/>
                    <a:pt x="1487" y="1856"/>
                  </a:cubicBezTo>
                  <a:cubicBezTo>
                    <a:pt x="1468" y="1895"/>
                    <a:pt x="1455" y="1921"/>
                    <a:pt x="1455" y="1960"/>
                  </a:cubicBezTo>
                  <a:lnTo>
                    <a:pt x="1455" y="1960"/>
                  </a:lnTo>
                  <a:cubicBezTo>
                    <a:pt x="1429" y="1966"/>
                    <a:pt x="1416" y="1973"/>
                    <a:pt x="1384" y="1973"/>
                  </a:cubicBezTo>
                  <a:cubicBezTo>
                    <a:pt x="1300" y="1973"/>
                    <a:pt x="1255" y="1934"/>
                    <a:pt x="1183" y="1889"/>
                  </a:cubicBezTo>
                  <a:cubicBezTo>
                    <a:pt x="1125" y="1850"/>
                    <a:pt x="1086" y="1837"/>
                    <a:pt x="1028" y="1798"/>
                  </a:cubicBezTo>
                  <a:cubicBezTo>
                    <a:pt x="1009" y="1779"/>
                    <a:pt x="1009" y="1753"/>
                    <a:pt x="996" y="1734"/>
                  </a:cubicBezTo>
                  <a:cubicBezTo>
                    <a:pt x="964" y="1688"/>
                    <a:pt x="944" y="1656"/>
                    <a:pt x="886" y="1637"/>
                  </a:cubicBezTo>
                  <a:cubicBezTo>
                    <a:pt x="808" y="1611"/>
                    <a:pt x="744" y="1565"/>
                    <a:pt x="744" y="1481"/>
                  </a:cubicBezTo>
                  <a:cubicBezTo>
                    <a:pt x="744" y="1391"/>
                    <a:pt x="756" y="1346"/>
                    <a:pt x="776" y="1261"/>
                  </a:cubicBezTo>
                  <a:cubicBezTo>
                    <a:pt x="782" y="1235"/>
                    <a:pt x="815" y="1235"/>
                    <a:pt x="815" y="1203"/>
                  </a:cubicBezTo>
                  <a:cubicBezTo>
                    <a:pt x="815" y="1184"/>
                    <a:pt x="795" y="1177"/>
                    <a:pt x="789" y="1158"/>
                  </a:cubicBezTo>
                  <a:cubicBezTo>
                    <a:pt x="789" y="1145"/>
                    <a:pt x="789" y="1139"/>
                    <a:pt x="789" y="1126"/>
                  </a:cubicBezTo>
                  <a:cubicBezTo>
                    <a:pt x="789" y="1100"/>
                    <a:pt x="795" y="1080"/>
                    <a:pt x="795" y="1054"/>
                  </a:cubicBezTo>
                  <a:cubicBezTo>
                    <a:pt x="795" y="893"/>
                    <a:pt x="698" y="815"/>
                    <a:pt x="575" y="705"/>
                  </a:cubicBezTo>
                  <a:cubicBezTo>
                    <a:pt x="556" y="692"/>
                    <a:pt x="537" y="686"/>
                    <a:pt x="517" y="673"/>
                  </a:cubicBezTo>
                  <a:cubicBezTo>
                    <a:pt x="472" y="647"/>
                    <a:pt x="459" y="608"/>
                    <a:pt x="427" y="563"/>
                  </a:cubicBezTo>
                  <a:cubicBezTo>
                    <a:pt x="362" y="459"/>
                    <a:pt x="349" y="388"/>
                    <a:pt x="258" y="298"/>
                  </a:cubicBezTo>
                  <a:cubicBezTo>
                    <a:pt x="200" y="240"/>
                    <a:pt x="161" y="220"/>
                    <a:pt x="90" y="188"/>
                  </a:cubicBezTo>
                  <a:cubicBezTo>
                    <a:pt x="65" y="175"/>
                    <a:pt x="58" y="169"/>
                    <a:pt x="39" y="149"/>
                  </a:cubicBezTo>
                  <a:cubicBezTo>
                    <a:pt x="19" y="136"/>
                    <a:pt x="0" y="130"/>
                    <a:pt x="0" y="110"/>
                  </a:cubicBezTo>
                  <a:cubicBezTo>
                    <a:pt x="0" y="7"/>
                    <a:pt x="0" y="7"/>
                    <a:pt x="0" y="7"/>
                  </a:cubicBezTo>
                  <a:lnTo>
                    <a:pt x="0" y="7"/>
                  </a:lnTo>
                  <a:cubicBezTo>
                    <a:pt x="26" y="0"/>
                    <a:pt x="45" y="0"/>
                    <a:pt x="65" y="0"/>
                  </a:cubicBezTo>
                  <a:cubicBezTo>
                    <a:pt x="103" y="0"/>
                    <a:pt x="123" y="13"/>
                    <a:pt x="161" y="26"/>
                  </a:cubicBezTo>
                  <a:cubicBezTo>
                    <a:pt x="194" y="33"/>
                    <a:pt x="213" y="20"/>
                    <a:pt x="246" y="26"/>
                  </a:cubicBezTo>
                  <a:cubicBezTo>
                    <a:pt x="246" y="59"/>
                    <a:pt x="239" y="78"/>
                    <a:pt x="246" y="117"/>
                  </a:cubicBezTo>
                  <a:cubicBezTo>
                    <a:pt x="265" y="123"/>
                    <a:pt x="265" y="123"/>
                    <a:pt x="265" y="123"/>
                  </a:cubicBezTo>
                  <a:cubicBezTo>
                    <a:pt x="278" y="104"/>
                    <a:pt x="284" y="85"/>
                    <a:pt x="310" y="85"/>
                  </a:cubicBezTo>
                  <a:cubicBezTo>
                    <a:pt x="343" y="85"/>
                    <a:pt x="349" y="110"/>
                    <a:pt x="375" y="130"/>
                  </a:cubicBezTo>
                  <a:cubicBezTo>
                    <a:pt x="394" y="143"/>
                    <a:pt x="407" y="143"/>
                    <a:pt x="427" y="143"/>
                  </a:cubicBezTo>
                  <a:cubicBezTo>
                    <a:pt x="478" y="143"/>
                    <a:pt x="498" y="175"/>
                    <a:pt x="543" y="188"/>
                  </a:cubicBezTo>
                  <a:cubicBezTo>
                    <a:pt x="569" y="188"/>
                    <a:pt x="575" y="201"/>
                    <a:pt x="595" y="207"/>
                  </a:cubicBezTo>
                  <a:cubicBezTo>
                    <a:pt x="614" y="214"/>
                    <a:pt x="634" y="207"/>
                    <a:pt x="646" y="220"/>
                  </a:cubicBezTo>
                  <a:cubicBezTo>
                    <a:pt x="653" y="227"/>
                    <a:pt x="660" y="233"/>
                    <a:pt x="660" y="240"/>
                  </a:cubicBezTo>
                  <a:cubicBezTo>
                    <a:pt x="698" y="266"/>
                    <a:pt x="724" y="285"/>
                    <a:pt x="769" y="285"/>
                  </a:cubicBezTo>
                  <a:cubicBezTo>
                    <a:pt x="808" y="285"/>
                    <a:pt x="802" y="233"/>
                    <a:pt x="802" y="194"/>
                  </a:cubicBezTo>
                  <a:cubicBezTo>
                    <a:pt x="802" y="156"/>
                    <a:pt x="815" y="130"/>
                    <a:pt x="815" y="85"/>
                  </a:cubicBezTo>
                  <a:cubicBezTo>
                    <a:pt x="821" y="85"/>
                    <a:pt x="828" y="78"/>
                    <a:pt x="828" y="71"/>
                  </a:cubicBezTo>
                  <a:cubicBezTo>
                    <a:pt x="860" y="91"/>
                    <a:pt x="866" y="110"/>
                    <a:pt x="899" y="136"/>
                  </a:cubicBezTo>
                  <a:cubicBezTo>
                    <a:pt x="931" y="156"/>
                    <a:pt x="957" y="169"/>
                    <a:pt x="983" y="201"/>
                  </a:cubicBezTo>
                  <a:cubicBezTo>
                    <a:pt x="996" y="227"/>
                    <a:pt x="1009" y="246"/>
                    <a:pt x="1035" y="266"/>
                  </a:cubicBezTo>
                  <a:cubicBezTo>
                    <a:pt x="1054" y="278"/>
                    <a:pt x="1067" y="298"/>
                    <a:pt x="1093" y="298"/>
                  </a:cubicBezTo>
                  <a:cubicBezTo>
                    <a:pt x="1119" y="298"/>
                    <a:pt x="1125" y="272"/>
                    <a:pt x="1145" y="253"/>
                  </a:cubicBezTo>
                  <a:cubicBezTo>
                    <a:pt x="1164" y="240"/>
                    <a:pt x="1177" y="240"/>
                    <a:pt x="1196" y="227"/>
                  </a:cubicBezTo>
                  <a:cubicBezTo>
                    <a:pt x="1229" y="214"/>
                    <a:pt x="1267" y="201"/>
                    <a:pt x="1300" y="201"/>
                  </a:cubicBezTo>
                  <a:lnTo>
                    <a:pt x="1300" y="201"/>
                  </a:lnTo>
                  <a:cubicBezTo>
                    <a:pt x="1364" y="233"/>
                    <a:pt x="1410" y="240"/>
                    <a:pt x="1481" y="266"/>
                  </a:cubicBezTo>
                  <a:cubicBezTo>
                    <a:pt x="1500" y="272"/>
                    <a:pt x="1520" y="272"/>
                    <a:pt x="1533" y="285"/>
                  </a:cubicBezTo>
                  <a:cubicBezTo>
                    <a:pt x="1545" y="304"/>
                    <a:pt x="1545" y="317"/>
                    <a:pt x="1545" y="343"/>
                  </a:cubicBezTo>
                  <a:cubicBezTo>
                    <a:pt x="1545" y="369"/>
                    <a:pt x="1552" y="388"/>
                    <a:pt x="1552" y="414"/>
                  </a:cubicBezTo>
                  <a:cubicBezTo>
                    <a:pt x="1552" y="453"/>
                    <a:pt x="1520" y="473"/>
                    <a:pt x="1520" y="518"/>
                  </a:cubicBezTo>
                  <a:cubicBezTo>
                    <a:pt x="1520" y="550"/>
                    <a:pt x="1533" y="563"/>
                    <a:pt x="1533" y="595"/>
                  </a:cubicBezTo>
                  <a:cubicBezTo>
                    <a:pt x="1533" y="628"/>
                    <a:pt x="1520" y="641"/>
                    <a:pt x="1520" y="673"/>
                  </a:cubicBezTo>
                  <a:cubicBezTo>
                    <a:pt x="1520" y="763"/>
                    <a:pt x="1520" y="763"/>
                    <a:pt x="1520" y="763"/>
                  </a:cubicBezTo>
                  <a:cubicBezTo>
                    <a:pt x="1520" y="777"/>
                    <a:pt x="1533" y="783"/>
                    <a:pt x="1533" y="796"/>
                  </a:cubicBezTo>
                  <a:cubicBezTo>
                    <a:pt x="1533" y="893"/>
                    <a:pt x="1533" y="893"/>
                    <a:pt x="1533" y="893"/>
                  </a:cubicBezTo>
                  <a:cubicBezTo>
                    <a:pt x="1578" y="893"/>
                    <a:pt x="1597" y="912"/>
                    <a:pt x="1636" y="925"/>
                  </a:cubicBezTo>
                  <a:cubicBezTo>
                    <a:pt x="1688" y="945"/>
                    <a:pt x="1733" y="938"/>
                    <a:pt x="1785" y="945"/>
                  </a:cubicBezTo>
                  <a:close/>
                  <a:moveTo>
                    <a:pt x="1455" y="1436"/>
                  </a:moveTo>
                  <a:lnTo>
                    <a:pt x="1455" y="1436"/>
                  </a:lnTo>
                  <a:cubicBezTo>
                    <a:pt x="1442" y="1442"/>
                    <a:pt x="1436" y="1449"/>
                    <a:pt x="1423" y="1449"/>
                  </a:cubicBezTo>
                  <a:cubicBezTo>
                    <a:pt x="1410" y="1449"/>
                    <a:pt x="1397" y="1449"/>
                    <a:pt x="1384" y="1442"/>
                  </a:cubicBezTo>
                  <a:cubicBezTo>
                    <a:pt x="1371" y="1436"/>
                    <a:pt x="1364" y="1436"/>
                    <a:pt x="1352" y="1436"/>
                  </a:cubicBezTo>
                  <a:cubicBezTo>
                    <a:pt x="1339" y="1442"/>
                    <a:pt x="1339" y="1455"/>
                    <a:pt x="1339" y="1468"/>
                  </a:cubicBezTo>
                  <a:cubicBezTo>
                    <a:pt x="1339" y="1481"/>
                    <a:pt x="1339" y="1501"/>
                    <a:pt x="1345" y="1501"/>
                  </a:cubicBezTo>
                  <a:cubicBezTo>
                    <a:pt x="1352" y="1507"/>
                    <a:pt x="1352" y="1507"/>
                    <a:pt x="1352" y="1507"/>
                  </a:cubicBezTo>
                  <a:cubicBezTo>
                    <a:pt x="1352" y="1514"/>
                    <a:pt x="1358" y="1514"/>
                    <a:pt x="1364" y="1520"/>
                  </a:cubicBezTo>
                  <a:cubicBezTo>
                    <a:pt x="1371" y="1527"/>
                    <a:pt x="1377" y="1527"/>
                    <a:pt x="1384" y="1533"/>
                  </a:cubicBezTo>
                  <a:cubicBezTo>
                    <a:pt x="1390" y="1539"/>
                    <a:pt x="1384" y="1539"/>
                    <a:pt x="1397" y="1539"/>
                  </a:cubicBezTo>
                  <a:cubicBezTo>
                    <a:pt x="1397" y="1546"/>
                    <a:pt x="1397" y="1546"/>
                    <a:pt x="1403" y="1553"/>
                  </a:cubicBezTo>
                  <a:cubicBezTo>
                    <a:pt x="1410" y="1553"/>
                    <a:pt x="1423" y="1546"/>
                    <a:pt x="1423" y="1546"/>
                  </a:cubicBezTo>
                  <a:cubicBezTo>
                    <a:pt x="1429" y="1539"/>
                    <a:pt x="1429" y="1539"/>
                    <a:pt x="1436" y="1533"/>
                  </a:cubicBezTo>
                  <a:cubicBezTo>
                    <a:pt x="1436" y="1527"/>
                    <a:pt x="1436" y="1520"/>
                    <a:pt x="1436" y="1520"/>
                  </a:cubicBezTo>
                  <a:cubicBezTo>
                    <a:pt x="1442" y="1514"/>
                    <a:pt x="1436" y="1514"/>
                    <a:pt x="1442" y="1514"/>
                  </a:cubicBezTo>
                  <a:cubicBezTo>
                    <a:pt x="1448" y="1507"/>
                    <a:pt x="1442" y="1507"/>
                    <a:pt x="1442" y="1501"/>
                  </a:cubicBezTo>
                  <a:cubicBezTo>
                    <a:pt x="1442" y="1494"/>
                    <a:pt x="1448" y="1488"/>
                    <a:pt x="1448" y="1481"/>
                  </a:cubicBezTo>
                  <a:cubicBezTo>
                    <a:pt x="1455" y="1481"/>
                    <a:pt x="1455" y="1481"/>
                    <a:pt x="1455" y="1481"/>
                  </a:cubicBezTo>
                  <a:lnTo>
                    <a:pt x="1455" y="143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18" name="Freeform 83">
              <a:extLst>
                <a:ext uri="{FF2B5EF4-FFF2-40B4-BE49-F238E27FC236}">
                  <a16:creationId xmlns:a16="http://schemas.microsoft.com/office/drawing/2014/main" id="{334E2D1F-7B20-6208-F69E-942DFD131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3638" y="3440258"/>
              <a:ext cx="190679" cy="234030"/>
            </a:xfrm>
            <a:custGeom>
              <a:avLst/>
              <a:gdLst>
                <a:gd name="T0" fmla="*/ 52 w 583"/>
                <a:gd name="T1" fmla="*/ 130 h 713"/>
                <a:gd name="T2" fmla="*/ 52 w 583"/>
                <a:gd name="T3" fmla="*/ 130 h 713"/>
                <a:gd name="T4" fmla="*/ 33 w 583"/>
                <a:gd name="T5" fmla="*/ 220 h 713"/>
                <a:gd name="T6" fmla="*/ 0 w 583"/>
                <a:gd name="T7" fmla="*/ 382 h 713"/>
                <a:gd name="T8" fmla="*/ 39 w 583"/>
                <a:gd name="T9" fmla="*/ 440 h 713"/>
                <a:gd name="T10" fmla="*/ 58 w 583"/>
                <a:gd name="T11" fmla="*/ 531 h 713"/>
                <a:gd name="T12" fmla="*/ 188 w 583"/>
                <a:gd name="T13" fmla="*/ 291 h 713"/>
                <a:gd name="T14" fmla="*/ 162 w 583"/>
                <a:gd name="T15" fmla="*/ 227 h 713"/>
                <a:gd name="T16" fmla="*/ 52 w 583"/>
                <a:gd name="T17" fmla="*/ 130 h 713"/>
                <a:gd name="T18" fmla="*/ 369 w 583"/>
                <a:gd name="T19" fmla="*/ 686 h 713"/>
                <a:gd name="T20" fmla="*/ 369 w 583"/>
                <a:gd name="T21" fmla="*/ 686 h 713"/>
                <a:gd name="T22" fmla="*/ 382 w 583"/>
                <a:gd name="T23" fmla="*/ 686 h 713"/>
                <a:gd name="T24" fmla="*/ 401 w 583"/>
                <a:gd name="T25" fmla="*/ 692 h 713"/>
                <a:gd name="T26" fmla="*/ 408 w 583"/>
                <a:gd name="T27" fmla="*/ 692 h 713"/>
                <a:gd name="T28" fmla="*/ 421 w 583"/>
                <a:gd name="T29" fmla="*/ 692 h 713"/>
                <a:gd name="T30" fmla="*/ 434 w 583"/>
                <a:gd name="T31" fmla="*/ 699 h 713"/>
                <a:gd name="T32" fmla="*/ 453 w 583"/>
                <a:gd name="T33" fmla="*/ 699 h 713"/>
                <a:gd name="T34" fmla="*/ 460 w 583"/>
                <a:gd name="T35" fmla="*/ 699 h 713"/>
                <a:gd name="T36" fmla="*/ 485 w 583"/>
                <a:gd name="T37" fmla="*/ 712 h 713"/>
                <a:gd name="T38" fmla="*/ 485 w 583"/>
                <a:gd name="T39" fmla="*/ 712 h 713"/>
                <a:gd name="T40" fmla="*/ 576 w 583"/>
                <a:gd name="T41" fmla="*/ 712 h 713"/>
                <a:gd name="T42" fmla="*/ 576 w 583"/>
                <a:gd name="T43" fmla="*/ 595 h 713"/>
                <a:gd name="T44" fmla="*/ 576 w 583"/>
                <a:gd name="T45" fmla="*/ 518 h 713"/>
                <a:gd name="T46" fmla="*/ 544 w 583"/>
                <a:gd name="T47" fmla="*/ 382 h 713"/>
                <a:gd name="T48" fmla="*/ 544 w 583"/>
                <a:gd name="T49" fmla="*/ 97 h 713"/>
                <a:gd name="T50" fmla="*/ 537 w 583"/>
                <a:gd name="T51" fmla="*/ 7 h 713"/>
                <a:gd name="T52" fmla="*/ 401 w 583"/>
                <a:gd name="T53" fmla="*/ 7 h 713"/>
                <a:gd name="T54" fmla="*/ 291 w 583"/>
                <a:gd name="T55" fmla="*/ 0 h 713"/>
                <a:gd name="T56" fmla="*/ 291 w 583"/>
                <a:gd name="T57" fmla="*/ 0 h 713"/>
                <a:gd name="T58" fmla="*/ 317 w 583"/>
                <a:gd name="T59" fmla="*/ 130 h 713"/>
                <a:gd name="T60" fmla="*/ 311 w 583"/>
                <a:gd name="T61" fmla="*/ 194 h 713"/>
                <a:gd name="T62" fmla="*/ 356 w 583"/>
                <a:gd name="T63" fmla="*/ 363 h 713"/>
                <a:gd name="T64" fmla="*/ 369 w 583"/>
                <a:gd name="T65" fmla="*/ 485 h 713"/>
                <a:gd name="T66" fmla="*/ 408 w 583"/>
                <a:gd name="T67" fmla="*/ 641 h 713"/>
                <a:gd name="T68" fmla="*/ 369 w 583"/>
                <a:gd name="T69" fmla="*/ 686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3" h="713">
                  <a:moveTo>
                    <a:pt x="52" y="130"/>
                  </a:moveTo>
                  <a:lnTo>
                    <a:pt x="52" y="130"/>
                  </a:lnTo>
                  <a:cubicBezTo>
                    <a:pt x="26" y="149"/>
                    <a:pt x="33" y="181"/>
                    <a:pt x="33" y="220"/>
                  </a:cubicBezTo>
                  <a:cubicBezTo>
                    <a:pt x="26" y="285"/>
                    <a:pt x="0" y="317"/>
                    <a:pt x="0" y="382"/>
                  </a:cubicBezTo>
                  <a:cubicBezTo>
                    <a:pt x="0" y="408"/>
                    <a:pt x="33" y="414"/>
                    <a:pt x="39" y="440"/>
                  </a:cubicBezTo>
                  <a:cubicBezTo>
                    <a:pt x="52" y="472"/>
                    <a:pt x="46" y="498"/>
                    <a:pt x="58" y="531"/>
                  </a:cubicBezTo>
                  <a:cubicBezTo>
                    <a:pt x="149" y="479"/>
                    <a:pt x="188" y="401"/>
                    <a:pt x="188" y="291"/>
                  </a:cubicBezTo>
                  <a:cubicBezTo>
                    <a:pt x="188" y="265"/>
                    <a:pt x="169" y="253"/>
                    <a:pt x="162" y="227"/>
                  </a:cubicBezTo>
                  <a:cubicBezTo>
                    <a:pt x="143" y="175"/>
                    <a:pt x="110" y="130"/>
                    <a:pt x="52" y="130"/>
                  </a:cubicBezTo>
                  <a:close/>
                  <a:moveTo>
                    <a:pt x="369" y="686"/>
                  </a:moveTo>
                  <a:lnTo>
                    <a:pt x="369" y="686"/>
                  </a:lnTo>
                  <a:cubicBezTo>
                    <a:pt x="375" y="686"/>
                    <a:pt x="375" y="686"/>
                    <a:pt x="382" y="686"/>
                  </a:cubicBezTo>
                  <a:cubicBezTo>
                    <a:pt x="388" y="692"/>
                    <a:pt x="395" y="692"/>
                    <a:pt x="401" y="692"/>
                  </a:cubicBezTo>
                  <a:lnTo>
                    <a:pt x="408" y="692"/>
                  </a:lnTo>
                  <a:cubicBezTo>
                    <a:pt x="414" y="692"/>
                    <a:pt x="414" y="692"/>
                    <a:pt x="421" y="692"/>
                  </a:cubicBezTo>
                  <a:cubicBezTo>
                    <a:pt x="427" y="699"/>
                    <a:pt x="434" y="699"/>
                    <a:pt x="434" y="699"/>
                  </a:cubicBezTo>
                  <a:cubicBezTo>
                    <a:pt x="440" y="699"/>
                    <a:pt x="446" y="699"/>
                    <a:pt x="453" y="699"/>
                  </a:cubicBezTo>
                  <a:cubicBezTo>
                    <a:pt x="460" y="699"/>
                    <a:pt x="460" y="699"/>
                    <a:pt x="460" y="699"/>
                  </a:cubicBezTo>
                  <a:cubicBezTo>
                    <a:pt x="485" y="712"/>
                    <a:pt x="485" y="712"/>
                    <a:pt x="485" y="712"/>
                  </a:cubicBezTo>
                  <a:lnTo>
                    <a:pt x="485" y="712"/>
                  </a:lnTo>
                  <a:cubicBezTo>
                    <a:pt x="576" y="712"/>
                    <a:pt x="576" y="712"/>
                    <a:pt x="576" y="712"/>
                  </a:cubicBezTo>
                  <a:cubicBezTo>
                    <a:pt x="582" y="667"/>
                    <a:pt x="576" y="641"/>
                    <a:pt x="576" y="595"/>
                  </a:cubicBezTo>
                  <a:cubicBezTo>
                    <a:pt x="576" y="563"/>
                    <a:pt x="582" y="550"/>
                    <a:pt x="576" y="518"/>
                  </a:cubicBezTo>
                  <a:cubicBezTo>
                    <a:pt x="569" y="460"/>
                    <a:pt x="544" y="434"/>
                    <a:pt x="544" y="382"/>
                  </a:cubicBezTo>
                  <a:cubicBezTo>
                    <a:pt x="544" y="272"/>
                    <a:pt x="544" y="207"/>
                    <a:pt x="544" y="97"/>
                  </a:cubicBezTo>
                  <a:cubicBezTo>
                    <a:pt x="537" y="7"/>
                    <a:pt x="537" y="7"/>
                    <a:pt x="537" y="7"/>
                  </a:cubicBezTo>
                  <a:cubicBezTo>
                    <a:pt x="401" y="7"/>
                    <a:pt x="401" y="7"/>
                    <a:pt x="401" y="7"/>
                  </a:cubicBezTo>
                  <a:cubicBezTo>
                    <a:pt x="356" y="7"/>
                    <a:pt x="330" y="0"/>
                    <a:pt x="291" y="0"/>
                  </a:cubicBezTo>
                  <a:lnTo>
                    <a:pt x="291" y="0"/>
                  </a:lnTo>
                  <a:cubicBezTo>
                    <a:pt x="298" y="39"/>
                    <a:pt x="311" y="78"/>
                    <a:pt x="317" y="130"/>
                  </a:cubicBezTo>
                  <a:cubicBezTo>
                    <a:pt x="311" y="194"/>
                    <a:pt x="311" y="194"/>
                    <a:pt x="311" y="194"/>
                  </a:cubicBezTo>
                  <a:cubicBezTo>
                    <a:pt x="317" y="265"/>
                    <a:pt x="337" y="298"/>
                    <a:pt x="356" y="363"/>
                  </a:cubicBezTo>
                  <a:cubicBezTo>
                    <a:pt x="362" y="414"/>
                    <a:pt x="362" y="440"/>
                    <a:pt x="369" y="485"/>
                  </a:cubicBezTo>
                  <a:cubicBezTo>
                    <a:pt x="388" y="544"/>
                    <a:pt x="408" y="576"/>
                    <a:pt x="408" y="641"/>
                  </a:cubicBezTo>
                  <a:cubicBezTo>
                    <a:pt x="408" y="660"/>
                    <a:pt x="388" y="673"/>
                    <a:pt x="369" y="686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1889F42D-6453-2568-79AC-411471883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9080" y="2845069"/>
              <a:ext cx="127120" cy="234030"/>
            </a:xfrm>
            <a:custGeom>
              <a:avLst/>
              <a:gdLst>
                <a:gd name="T0" fmla="*/ 388 w 389"/>
                <a:gd name="T1" fmla="*/ 272 h 713"/>
                <a:gd name="T2" fmla="*/ 388 w 389"/>
                <a:gd name="T3" fmla="*/ 272 h 713"/>
                <a:gd name="T4" fmla="*/ 330 w 389"/>
                <a:gd name="T5" fmla="*/ 349 h 713"/>
                <a:gd name="T6" fmla="*/ 265 w 389"/>
                <a:gd name="T7" fmla="*/ 492 h 713"/>
                <a:gd name="T8" fmla="*/ 239 w 389"/>
                <a:gd name="T9" fmla="*/ 524 h 713"/>
                <a:gd name="T10" fmla="*/ 135 w 389"/>
                <a:gd name="T11" fmla="*/ 647 h 713"/>
                <a:gd name="T12" fmla="*/ 90 w 389"/>
                <a:gd name="T13" fmla="*/ 712 h 713"/>
                <a:gd name="T14" fmla="*/ 90 w 389"/>
                <a:gd name="T15" fmla="*/ 712 h 713"/>
                <a:gd name="T16" fmla="*/ 51 w 389"/>
                <a:gd name="T17" fmla="*/ 653 h 713"/>
                <a:gd name="T18" fmla="*/ 0 w 389"/>
                <a:gd name="T19" fmla="*/ 466 h 713"/>
                <a:gd name="T20" fmla="*/ 0 w 389"/>
                <a:gd name="T21" fmla="*/ 459 h 713"/>
                <a:gd name="T22" fmla="*/ 0 w 389"/>
                <a:gd name="T23" fmla="*/ 459 h 713"/>
                <a:gd name="T24" fmla="*/ 19 w 389"/>
                <a:gd name="T25" fmla="*/ 239 h 713"/>
                <a:gd name="T26" fmla="*/ 77 w 389"/>
                <a:gd name="T27" fmla="*/ 227 h 713"/>
                <a:gd name="T28" fmla="*/ 45 w 389"/>
                <a:gd name="T29" fmla="*/ 71 h 713"/>
                <a:gd name="T30" fmla="*/ 123 w 389"/>
                <a:gd name="T31" fmla="*/ 0 h 713"/>
                <a:gd name="T32" fmla="*/ 252 w 389"/>
                <a:gd name="T33" fmla="*/ 52 h 713"/>
                <a:gd name="T34" fmla="*/ 278 w 389"/>
                <a:gd name="T35" fmla="*/ 201 h 713"/>
                <a:gd name="T36" fmla="*/ 388 w 389"/>
                <a:gd name="T37" fmla="*/ 272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9" h="713">
                  <a:moveTo>
                    <a:pt x="388" y="272"/>
                  </a:moveTo>
                  <a:lnTo>
                    <a:pt x="388" y="272"/>
                  </a:lnTo>
                  <a:cubicBezTo>
                    <a:pt x="368" y="304"/>
                    <a:pt x="355" y="317"/>
                    <a:pt x="330" y="349"/>
                  </a:cubicBezTo>
                  <a:cubicBezTo>
                    <a:pt x="291" y="395"/>
                    <a:pt x="291" y="434"/>
                    <a:pt x="265" y="492"/>
                  </a:cubicBezTo>
                  <a:cubicBezTo>
                    <a:pt x="258" y="505"/>
                    <a:pt x="252" y="511"/>
                    <a:pt x="239" y="524"/>
                  </a:cubicBezTo>
                  <a:cubicBezTo>
                    <a:pt x="200" y="576"/>
                    <a:pt x="174" y="602"/>
                    <a:pt x="135" y="647"/>
                  </a:cubicBezTo>
                  <a:cubicBezTo>
                    <a:pt x="116" y="666"/>
                    <a:pt x="103" y="686"/>
                    <a:pt x="90" y="712"/>
                  </a:cubicBezTo>
                  <a:lnTo>
                    <a:pt x="90" y="712"/>
                  </a:lnTo>
                  <a:cubicBezTo>
                    <a:pt x="71" y="692"/>
                    <a:pt x="58" y="679"/>
                    <a:pt x="51" y="653"/>
                  </a:cubicBezTo>
                  <a:cubicBezTo>
                    <a:pt x="26" y="582"/>
                    <a:pt x="26" y="537"/>
                    <a:pt x="0" y="466"/>
                  </a:cubicBezTo>
                  <a:lnTo>
                    <a:pt x="0" y="459"/>
                  </a:lnTo>
                  <a:lnTo>
                    <a:pt x="0" y="459"/>
                  </a:lnTo>
                  <a:cubicBezTo>
                    <a:pt x="19" y="375"/>
                    <a:pt x="13" y="324"/>
                    <a:pt x="19" y="239"/>
                  </a:cubicBezTo>
                  <a:cubicBezTo>
                    <a:pt x="45" y="239"/>
                    <a:pt x="58" y="233"/>
                    <a:pt x="77" y="227"/>
                  </a:cubicBezTo>
                  <a:cubicBezTo>
                    <a:pt x="64" y="168"/>
                    <a:pt x="45" y="130"/>
                    <a:pt x="45" y="71"/>
                  </a:cubicBezTo>
                  <a:cubicBezTo>
                    <a:pt x="45" y="33"/>
                    <a:pt x="77" y="0"/>
                    <a:pt x="123" y="0"/>
                  </a:cubicBezTo>
                  <a:cubicBezTo>
                    <a:pt x="174" y="0"/>
                    <a:pt x="232" y="7"/>
                    <a:pt x="252" y="52"/>
                  </a:cubicBezTo>
                  <a:cubicBezTo>
                    <a:pt x="278" y="104"/>
                    <a:pt x="252" y="149"/>
                    <a:pt x="278" y="201"/>
                  </a:cubicBezTo>
                  <a:cubicBezTo>
                    <a:pt x="297" y="246"/>
                    <a:pt x="342" y="246"/>
                    <a:pt x="388" y="27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4CF69659-2ADE-DB7F-8B47-C0D80C374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3310" y="3256790"/>
              <a:ext cx="710713" cy="1175932"/>
            </a:xfrm>
            <a:custGeom>
              <a:avLst/>
              <a:gdLst>
                <a:gd name="T0" fmla="*/ 246 w 2168"/>
                <a:gd name="T1" fmla="*/ 1325 h 3589"/>
                <a:gd name="T2" fmla="*/ 349 w 2168"/>
                <a:gd name="T3" fmla="*/ 1287 h 3589"/>
                <a:gd name="T4" fmla="*/ 550 w 2168"/>
                <a:gd name="T5" fmla="*/ 1009 h 3589"/>
                <a:gd name="T6" fmla="*/ 757 w 2168"/>
                <a:gd name="T7" fmla="*/ 899 h 3589"/>
                <a:gd name="T8" fmla="*/ 751 w 2168"/>
                <a:gd name="T9" fmla="*/ 769 h 3589"/>
                <a:gd name="T10" fmla="*/ 828 w 2168"/>
                <a:gd name="T11" fmla="*/ 692 h 3589"/>
                <a:gd name="T12" fmla="*/ 880 w 2168"/>
                <a:gd name="T13" fmla="*/ 511 h 3589"/>
                <a:gd name="T14" fmla="*/ 912 w 2168"/>
                <a:gd name="T15" fmla="*/ 304 h 3589"/>
                <a:gd name="T16" fmla="*/ 983 w 2168"/>
                <a:gd name="T17" fmla="*/ 233 h 3589"/>
                <a:gd name="T18" fmla="*/ 1300 w 2168"/>
                <a:gd name="T19" fmla="*/ 453 h 3589"/>
                <a:gd name="T20" fmla="*/ 1397 w 2168"/>
                <a:gd name="T21" fmla="*/ 200 h 3589"/>
                <a:gd name="T22" fmla="*/ 1695 w 2168"/>
                <a:gd name="T23" fmla="*/ 103 h 3589"/>
                <a:gd name="T24" fmla="*/ 2057 w 2168"/>
                <a:gd name="T25" fmla="*/ 239 h 3589"/>
                <a:gd name="T26" fmla="*/ 2050 w 2168"/>
                <a:gd name="T27" fmla="*/ 478 h 3589"/>
                <a:gd name="T28" fmla="*/ 2128 w 2168"/>
                <a:gd name="T29" fmla="*/ 634 h 3589"/>
                <a:gd name="T30" fmla="*/ 2167 w 2168"/>
                <a:gd name="T31" fmla="*/ 853 h 3589"/>
                <a:gd name="T32" fmla="*/ 1960 w 2168"/>
                <a:gd name="T33" fmla="*/ 938 h 3589"/>
                <a:gd name="T34" fmla="*/ 1850 w 2168"/>
                <a:gd name="T35" fmla="*/ 1047 h 3589"/>
                <a:gd name="T36" fmla="*/ 1746 w 2168"/>
                <a:gd name="T37" fmla="*/ 1364 h 3589"/>
                <a:gd name="T38" fmla="*/ 1701 w 2168"/>
                <a:gd name="T39" fmla="*/ 1629 h 3589"/>
                <a:gd name="T40" fmla="*/ 1643 w 2168"/>
                <a:gd name="T41" fmla="*/ 1726 h 3589"/>
                <a:gd name="T42" fmla="*/ 1643 w 2168"/>
                <a:gd name="T43" fmla="*/ 1804 h 3589"/>
                <a:gd name="T44" fmla="*/ 1578 w 2168"/>
                <a:gd name="T45" fmla="*/ 1992 h 3589"/>
                <a:gd name="T46" fmla="*/ 1578 w 2168"/>
                <a:gd name="T47" fmla="*/ 2095 h 3589"/>
                <a:gd name="T48" fmla="*/ 1565 w 2168"/>
                <a:gd name="T49" fmla="*/ 2367 h 3589"/>
                <a:gd name="T50" fmla="*/ 1695 w 2168"/>
                <a:gd name="T51" fmla="*/ 2573 h 3589"/>
                <a:gd name="T52" fmla="*/ 1785 w 2168"/>
                <a:gd name="T53" fmla="*/ 2786 h 3589"/>
                <a:gd name="T54" fmla="*/ 1895 w 2168"/>
                <a:gd name="T55" fmla="*/ 2961 h 3589"/>
                <a:gd name="T56" fmla="*/ 1869 w 2168"/>
                <a:gd name="T57" fmla="*/ 3155 h 3589"/>
                <a:gd name="T58" fmla="*/ 1953 w 2168"/>
                <a:gd name="T59" fmla="*/ 3336 h 3589"/>
                <a:gd name="T60" fmla="*/ 1986 w 2168"/>
                <a:gd name="T61" fmla="*/ 3491 h 3589"/>
                <a:gd name="T62" fmla="*/ 1779 w 2168"/>
                <a:gd name="T63" fmla="*/ 3588 h 3589"/>
                <a:gd name="T64" fmla="*/ 1585 w 2168"/>
                <a:gd name="T65" fmla="*/ 3426 h 3589"/>
                <a:gd name="T66" fmla="*/ 1488 w 2168"/>
                <a:gd name="T67" fmla="*/ 3484 h 3589"/>
                <a:gd name="T68" fmla="*/ 1332 w 2168"/>
                <a:gd name="T69" fmla="*/ 3510 h 3589"/>
                <a:gd name="T70" fmla="*/ 1113 w 2168"/>
                <a:gd name="T71" fmla="*/ 3433 h 3589"/>
                <a:gd name="T72" fmla="*/ 951 w 2168"/>
                <a:gd name="T73" fmla="*/ 3413 h 3589"/>
                <a:gd name="T74" fmla="*/ 847 w 2168"/>
                <a:gd name="T75" fmla="*/ 3316 h 3589"/>
                <a:gd name="T76" fmla="*/ 686 w 2168"/>
                <a:gd name="T77" fmla="*/ 3297 h 3589"/>
                <a:gd name="T78" fmla="*/ 556 w 2168"/>
                <a:gd name="T79" fmla="*/ 3252 h 3589"/>
                <a:gd name="T80" fmla="*/ 524 w 2168"/>
                <a:gd name="T81" fmla="*/ 3135 h 3589"/>
                <a:gd name="T82" fmla="*/ 621 w 2168"/>
                <a:gd name="T83" fmla="*/ 3090 h 3589"/>
                <a:gd name="T84" fmla="*/ 783 w 2168"/>
                <a:gd name="T85" fmla="*/ 3090 h 3589"/>
                <a:gd name="T86" fmla="*/ 641 w 2168"/>
                <a:gd name="T87" fmla="*/ 2999 h 3589"/>
                <a:gd name="T88" fmla="*/ 466 w 2168"/>
                <a:gd name="T89" fmla="*/ 2799 h 3589"/>
                <a:gd name="T90" fmla="*/ 414 w 2168"/>
                <a:gd name="T91" fmla="*/ 2650 h 3589"/>
                <a:gd name="T92" fmla="*/ 304 w 2168"/>
                <a:gd name="T93" fmla="*/ 2560 h 3589"/>
                <a:gd name="T94" fmla="*/ 362 w 2168"/>
                <a:gd name="T95" fmla="*/ 2347 h 3589"/>
                <a:gd name="T96" fmla="*/ 395 w 2168"/>
                <a:gd name="T97" fmla="*/ 2179 h 3589"/>
                <a:gd name="T98" fmla="*/ 324 w 2168"/>
                <a:gd name="T99" fmla="*/ 1979 h 3589"/>
                <a:gd name="T100" fmla="*/ 324 w 2168"/>
                <a:gd name="T101" fmla="*/ 1849 h 3589"/>
                <a:gd name="T102" fmla="*/ 401 w 2168"/>
                <a:gd name="T103" fmla="*/ 1862 h 3589"/>
                <a:gd name="T104" fmla="*/ 324 w 2168"/>
                <a:gd name="T105" fmla="*/ 1791 h 3589"/>
                <a:gd name="T106" fmla="*/ 395 w 2168"/>
                <a:gd name="T107" fmla="*/ 1759 h 3589"/>
                <a:gd name="T108" fmla="*/ 142 w 2168"/>
                <a:gd name="T109" fmla="*/ 1565 h 3589"/>
                <a:gd name="T110" fmla="*/ 52 w 2168"/>
                <a:gd name="T111" fmla="*/ 1481 h 3589"/>
                <a:gd name="T112" fmla="*/ 65 w 2168"/>
                <a:gd name="T113" fmla="*/ 1248 h 3589"/>
                <a:gd name="T114" fmla="*/ 97 w 2168"/>
                <a:gd name="T115" fmla="*/ 1254 h 3589"/>
                <a:gd name="T116" fmla="*/ 130 w 2168"/>
                <a:gd name="T117" fmla="*/ 1261 h 3589"/>
                <a:gd name="T118" fmla="*/ 181 w 2168"/>
                <a:gd name="T119" fmla="*/ 1274 h 3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68" h="3589">
                  <a:moveTo>
                    <a:pt x="181" y="1274"/>
                  </a:moveTo>
                  <a:lnTo>
                    <a:pt x="181" y="1274"/>
                  </a:lnTo>
                  <a:cubicBezTo>
                    <a:pt x="181" y="1280"/>
                    <a:pt x="220" y="1306"/>
                    <a:pt x="246" y="1325"/>
                  </a:cubicBezTo>
                  <a:cubicBezTo>
                    <a:pt x="265" y="1338"/>
                    <a:pt x="265" y="1364"/>
                    <a:pt x="291" y="1364"/>
                  </a:cubicBezTo>
                  <a:cubicBezTo>
                    <a:pt x="304" y="1364"/>
                    <a:pt x="317" y="1351"/>
                    <a:pt x="324" y="1338"/>
                  </a:cubicBezTo>
                  <a:cubicBezTo>
                    <a:pt x="330" y="1319"/>
                    <a:pt x="337" y="1306"/>
                    <a:pt x="349" y="1287"/>
                  </a:cubicBezTo>
                  <a:cubicBezTo>
                    <a:pt x="375" y="1261"/>
                    <a:pt x="388" y="1241"/>
                    <a:pt x="414" y="1215"/>
                  </a:cubicBezTo>
                  <a:cubicBezTo>
                    <a:pt x="460" y="1164"/>
                    <a:pt x="492" y="1138"/>
                    <a:pt x="524" y="1080"/>
                  </a:cubicBezTo>
                  <a:cubicBezTo>
                    <a:pt x="537" y="1054"/>
                    <a:pt x="531" y="1034"/>
                    <a:pt x="550" y="1009"/>
                  </a:cubicBezTo>
                  <a:cubicBezTo>
                    <a:pt x="569" y="989"/>
                    <a:pt x="602" y="989"/>
                    <a:pt x="628" y="983"/>
                  </a:cubicBezTo>
                  <a:cubicBezTo>
                    <a:pt x="653" y="970"/>
                    <a:pt x="673" y="950"/>
                    <a:pt x="699" y="938"/>
                  </a:cubicBezTo>
                  <a:cubicBezTo>
                    <a:pt x="725" y="925"/>
                    <a:pt x="757" y="925"/>
                    <a:pt x="757" y="899"/>
                  </a:cubicBezTo>
                  <a:cubicBezTo>
                    <a:pt x="757" y="892"/>
                    <a:pt x="751" y="886"/>
                    <a:pt x="751" y="879"/>
                  </a:cubicBezTo>
                  <a:cubicBezTo>
                    <a:pt x="744" y="860"/>
                    <a:pt x="744" y="847"/>
                    <a:pt x="744" y="821"/>
                  </a:cubicBezTo>
                  <a:cubicBezTo>
                    <a:pt x="744" y="802"/>
                    <a:pt x="744" y="789"/>
                    <a:pt x="751" y="769"/>
                  </a:cubicBezTo>
                  <a:cubicBezTo>
                    <a:pt x="751" y="756"/>
                    <a:pt x="751" y="737"/>
                    <a:pt x="757" y="731"/>
                  </a:cubicBezTo>
                  <a:cubicBezTo>
                    <a:pt x="763" y="724"/>
                    <a:pt x="783" y="731"/>
                    <a:pt x="789" y="724"/>
                  </a:cubicBezTo>
                  <a:cubicBezTo>
                    <a:pt x="809" y="718"/>
                    <a:pt x="815" y="705"/>
                    <a:pt x="828" y="692"/>
                  </a:cubicBezTo>
                  <a:cubicBezTo>
                    <a:pt x="854" y="672"/>
                    <a:pt x="880" y="659"/>
                    <a:pt x="880" y="634"/>
                  </a:cubicBezTo>
                  <a:cubicBezTo>
                    <a:pt x="880" y="562"/>
                    <a:pt x="880" y="562"/>
                    <a:pt x="880" y="562"/>
                  </a:cubicBezTo>
                  <a:cubicBezTo>
                    <a:pt x="880" y="543"/>
                    <a:pt x="873" y="530"/>
                    <a:pt x="880" y="511"/>
                  </a:cubicBezTo>
                  <a:cubicBezTo>
                    <a:pt x="899" y="465"/>
                    <a:pt x="938" y="453"/>
                    <a:pt x="938" y="407"/>
                  </a:cubicBezTo>
                  <a:cubicBezTo>
                    <a:pt x="938" y="381"/>
                    <a:pt x="938" y="362"/>
                    <a:pt x="925" y="336"/>
                  </a:cubicBezTo>
                  <a:cubicBezTo>
                    <a:pt x="925" y="323"/>
                    <a:pt x="912" y="317"/>
                    <a:pt x="912" y="304"/>
                  </a:cubicBezTo>
                  <a:cubicBezTo>
                    <a:pt x="912" y="291"/>
                    <a:pt x="925" y="297"/>
                    <a:pt x="925" y="291"/>
                  </a:cubicBezTo>
                  <a:cubicBezTo>
                    <a:pt x="944" y="265"/>
                    <a:pt x="964" y="252"/>
                    <a:pt x="983" y="233"/>
                  </a:cubicBezTo>
                  <a:lnTo>
                    <a:pt x="983" y="233"/>
                  </a:lnTo>
                  <a:cubicBezTo>
                    <a:pt x="996" y="252"/>
                    <a:pt x="1009" y="271"/>
                    <a:pt x="1029" y="291"/>
                  </a:cubicBezTo>
                  <a:cubicBezTo>
                    <a:pt x="1119" y="355"/>
                    <a:pt x="1145" y="420"/>
                    <a:pt x="1216" y="511"/>
                  </a:cubicBezTo>
                  <a:cubicBezTo>
                    <a:pt x="1248" y="491"/>
                    <a:pt x="1261" y="465"/>
                    <a:pt x="1300" y="453"/>
                  </a:cubicBezTo>
                  <a:cubicBezTo>
                    <a:pt x="1332" y="439"/>
                    <a:pt x="1378" y="446"/>
                    <a:pt x="1378" y="407"/>
                  </a:cubicBezTo>
                  <a:cubicBezTo>
                    <a:pt x="1378" y="388"/>
                    <a:pt x="1365" y="375"/>
                    <a:pt x="1365" y="349"/>
                  </a:cubicBezTo>
                  <a:cubicBezTo>
                    <a:pt x="1365" y="291"/>
                    <a:pt x="1346" y="239"/>
                    <a:pt x="1397" y="200"/>
                  </a:cubicBezTo>
                  <a:cubicBezTo>
                    <a:pt x="1442" y="168"/>
                    <a:pt x="1488" y="194"/>
                    <a:pt x="1533" y="168"/>
                  </a:cubicBezTo>
                  <a:cubicBezTo>
                    <a:pt x="1572" y="149"/>
                    <a:pt x="1565" y="90"/>
                    <a:pt x="1611" y="90"/>
                  </a:cubicBezTo>
                  <a:cubicBezTo>
                    <a:pt x="1643" y="90"/>
                    <a:pt x="1662" y="103"/>
                    <a:pt x="1695" y="103"/>
                  </a:cubicBezTo>
                  <a:cubicBezTo>
                    <a:pt x="1785" y="103"/>
                    <a:pt x="1811" y="0"/>
                    <a:pt x="1895" y="0"/>
                  </a:cubicBezTo>
                  <a:cubicBezTo>
                    <a:pt x="2012" y="0"/>
                    <a:pt x="1999" y="149"/>
                    <a:pt x="2057" y="239"/>
                  </a:cubicBezTo>
                  <a:lnTo>
                    <a:pt x="2057" y="239"/>
                  </a:lnTo>
                  <a:cubicBezTo>
                    <a:pt x="2057" y="271"/>
                    <a:pt x="2089" y="284"/>
                    <a:pt x="2089" y="317"/>
                  </a:cubicBezTo>
                  <a:cubicBezTo>
                    <a:pt x="2089" y="368"/>
                    <a:pt x="2083" y="394"/>
                    <a:pt x="2063" y="439"/>
                  </a:cubicBezTo>
                  <a:cubicBezTo>
                    <a:pt x="2063" y="453"/>
                    <a:pt x="2050" y="459"/>
                    <a:pt x="2050" y="478"/>
                  </a:cubicBezTo>
                  <a:cubicBezTo>
                    <a:pt x="2050" y="498"/>
                    <a:pt x="2070" y="504"/>
                    <a:pt x="2070" y="530"/>
                  </a:cubicBezTo>
                  <a:cubicBezTo>
                    <a:pt x="2076" y="562"/>
                    <a:pt x="2050" y="588"/>
                    <a:pt x="2076" y="614"/>
                  </a:cubicBezTo>
                  <a:cubicBezTo>
                    <a:pt x="2089" y="634"/>
                    <a:pt x="2109" y="627"/>
                    <a:pt x="2128" y="634"/>
                  </a:cubicBezTo>
                  <a:cubicBezTo>
                    <a:pt x="2134" y="640"/>
                    <a:pt x="2134" y="646"/>
                    <a:pt x="2141" y="653"/>
                  </a:cubicBezTo>
                  <a:cubicBezTo>
                    <a:pt x="2160" y="672"/>
                    <a:pt x="2167" y="692"/>
                    <a:pt x="2167" y="724"/>
                  </a:cubicBezTo>
                  <a:cubicBezTo>
                    <a:pt x="2167" y="853"/>
                    <a:pt x="2167" y="853"/>
                    <a:pt x="2167" y="853"/>
                  </a:cubicBezTo>
                  <a:cubicBezTo>
                    <a:pt x="2167" y="899"/>
                    <a:pt x="2128" y="918"/>
                    <a:pt x="2083" y="918"/>
                  </a:cubicBezTo>
                  <a:cubicBezTo>
                    <a:pt x="2044" y="918"/>
                    <a:pt x="2018" y="899"/>
                    <a:pt x="1979" y="899"/>
                  </a:cubicBezTo>
                  <a:cubicBezTo>
                    <a:pt x="1966" y="899"/>
                    <a:pt x="1966" y="925"/>
                    <a:pt x="1960" y="938"/>
                  </a:cubicBezTo>
                  <a:cubicBezTo>
                    <a:pt x="1947" y="957"/>
                    <a:pt x="1941" y="976"/>
                    <a:pt x="1921" y="989"/>
                  </a:cubicBezTo>
                  <a:cubicBezTo>
                    <a:pt x="1902" y="1009"/>
                    <a:pt x="1876" y="1009"/>
                    <a:pt x="1856" y="1028"/>
                  </a:cubicBezTo>
                  <a:cubicBezTo>
                    <a:pt x="1850" y="1034"/>
                    <a:pt x="1850" y="1041"/>
                    <a:pt x="1850" y="1047"/>
                  </a:cubicBezTo>
                  <a:cubicBezTo>
                    <a:pt x="1818" y="1112"/>
                    <a:pt x="1811" y="1144"/>
                    <a:pt x="1785" y="1209"/>
                  </a:cubicBezTo>
                  <a:cubicBezTo>
                    <a:pt x="1772" y="1254"/>
                    <a:pt x="1759" y="1287"/>
                    <a:pt x="1753" y="1332"/>
                  </a:cubicBezTo>
                  <a:cubicBezTo>
                    <a:pt x="1753" y="1345"/>
                    <a:pt x="1753" y="1358"/>
                    <a:pt x="1746" y="1364"/>
                  </a:cubicBezTo>
                  <a:cubicBezTo>
                    <a:pt x="1727" y="1429"/>
                    <a:pt x="1695" y="1455"/>
                    <a:pt x="1695" y="1513"/>
                  </a:cubicBezTo>
                  <a:cubicBezTo>
                    <a:pt x="1695" y="1545"/>
                    <a:pt x="1721" y="1558"/>
                    <a:pt x="1721" y="1584"/>
                  </a:cubicBezTo>
                  <a:cubicBezTo>
                    <a:pt x="1721" y="1603"/>
                    <a:pt x="1708" y="1610"/>
                    <a:pt x="1701" y="1629"/>
                  </a:cubicBezTo>
                  <a:cubicBezTo>
                    <a:pt x="1695" y="1649"/>
                    <a:pt x="1695" y="1662"/>
                    <a:pt x="1682" y="1681"/>
                  </a:cubicBezTo>
                  <a:cubicBezTo>
                    <a:pt x="1675" y="1694"/>
                    <a:pt x="1669" y="1701"/>
                    <a:pt x="1656" y="1714"/>
                  </a:cubicBezTo>
                  <a:cubicBezTo>
                    <a:pt x="1656" y="1714"/>
                    <a:pt x="1643" y="1714"/>
                    <a:pt x="1643" y="1726"/>
                  </a:cubicBezTo>
                  <a:cubicBezTo>
                    <a:pt x="1643" y="1739"/>
                    <a:pt x="1650" y="1752"/>
                    <a:pt x="1650" y="1765"/>
                  </a:cubicBezTo>
                  <a:cubicBezTo>
                    <a:pt x="1650" y="1772"/>
                    <a:pt x="1643" y="1772"/>
                    <a:pt x="1643" y="1778"/>
                  </a:cubicBezTo>
                  <a:cubicBezTo>
                    <a:pt x="1643" y="1785"/>
                    <a:pt x="1650" y="1791"/>
                    <a:pt x="1643" y="1804"/>
                  </a:cubicBezTo>
                  <a:cubicBezTo>
                    <a:pt x="1636" y="1823"/>
                    <a:pt x="1617" y="1830"/>
                    <a:pt x="1598" y="1849"/>
                  </a:cubicBezTo>
                  <a:cubicBezTo>
                    <a:pt x="1585" y="1875"/>
                    <a:pt x="1591" y="1895"/>
                    <a:pt x="1591" y="1927"/>
                  </a:cubicBezTo>
                  <a:cubicBezTo>
                    <a:pt x="1591" y="1953"/>
                    <a:pt x="1591" y="1972"/>
                    <a:pt x="1578" y="1992"/>
                  </a:cubicBezTo>
                  <a:cubicBezTo>
                    <a:pt x="1572" y="2011"/>
                    <a:pt x="1559" y="2017"/>
                    <a:pt x="1559" y="2037"/>
                  </a:cubicBezTo>
                  <a:cubicBezTo>
                    <a:pt x="1559" y="2063"/>
                    <a:pt x="1572" y="2069"/>
                    <a:pt x="1578" y="2095"/>
                  </a:cubicBezTo>
                  <a:lnTo>
                    <a:pt x="1578" y="2095"/>
                  </a:lnTo>
                  <a:cubicBezTo>
                    <a:pt x="1565" y="2147"/>
                    <a:pt x="1533" y="2173"/>
                    <a:pt x="1533" y="2231"/>
                  </a:cubicBezTo>
                  <a:cubicBezTo>
                    <a:pt x="1533" y="2250"/>
                    <a:pt x="1546" y="2263"/>
                    <a:pt x="1552" y="2283"/>
                  </a:cubicBezTo>
                  <a:cubicBezTo>
                    <a:pt x="1565" y="2315"/>
                    <a:pt x="1546" y="2341"/>
                    <a:pt x="1565" y="2367"/>
                  </a:cubicBezTo>
                  <a:cubicBezTo>
                    <a:pt x="1572" y="2380"/>
                    <a:pt x="1591" y="2386"/>
                    <a:pt x="1598" y="2393"/>
                  </a:cubicBezTo>
                  <a:cubicBezTo>
                    <a:pt x="1630" y="2412"/>
                    <a:pt x="1656" y="2430"/>
                    <a:pt x="1662" y="2469"/>
                  </a:cubicBezTo>
                  <a:cubicBezTo>
                    <a:pt x="1669" y="2508"/>
                    <a:pt x="1675" y="2534"/>
                    <a:pt x="1695" y="2573"/>
                  </a:cubicBezTo>
                  <a:cubicBezTo>
                    <a:pt x="1714" y="2624"/>
                    <a:pt x="1759" y="2644"/>
                    <a:pt x="1759" y="2702"/>
                  </a:cubicBezTo>
                  <a:cubicBezTo>
                    <a:pt x="1759" y="2728"/>
                    <a:pt x="1753" y="2741"/>
                    <a:pt x="1753" y="2760"/>
                  </a:cubicBezTo>
                  <a:cubicBezTo>
                    <a:pt x="1753" y="2780"/>
                    <a:pt x="1772" y="2780"/>
                    <a:pt x="1785" y="2786"/>
                  </a:cubicBezTo>
                  <a:cubicBezTo>
                    <a:pt x="1811" y="2805"/>
                    <a:pt x="1824" y="2818"/>
                    <a:pt x="1856" y="2838"/>
                  </a:cubicBezTo>
                  <a:cubicBezTo>
                    <a:pt x="1882" y="2851"/>
                    <a:pt x="1902" y="2877"/>
                    <a:pt x="1902" y="2909"/>
                  </a:cubicBezTo>
                  <a:cubicBezTo>
                    <a:pt x="1902" y="2928"/>
                    <a:pt x="1895" y="2941"/>
                    <a:pt x="1895" y="2961"/>
                  </a:cubicBezTo>
                  <a:cubicBezTo>
                    <a:pt x="1889" y="2973"/>
                    <a:pt x="1895" y="2986"/>
                    <a:pt x="1895" y="2999"/>
                  </a:cubicBezTo>
                  <a:cubicBezTo>
                    <a:pt x="1889" y="3019"/>
                    <a:pt x="1869" y="3025"/>
                    <a:pt x="1869" y="3051"/>
                  </a:cubicBezTo>
                  <a:cubicBezTo>
                    <a:pt x="1869" y="3155"/>
                    <a:pt x="1869" y="3155"/>
                    <a:pt x="1869" y="3155"/>
                  </a:cubicBezTo>
                  <a:cubicBezTo>
                    <a:pt x="1869" y="3174"/>
                    <a:pt x="1882" y="3187"/>
                    <a:pt x="1889" y="3206"/>
                  </a:cubicBezTo>
                  <a:cubicBezTo>
                    <a:pt x="1902" y="3232"/>
                    <a:pt x="1908" y="3252"/>
                    <a:pt x="1921" y="3277"/>
                  </a:cubicBezTo>
                  <a:cubicBezTo>
                    <a:pt x="1934" y="3297"/>
                    <a:pt x="1953" y="3310"/>
                    <a:pt x="1953" y="3336"/>
                  </a:cubicBezTo>
                  <a:cubicBezTo>
                    <a:pt x="1953" y="3361"/>
                    <a:pt x="1941" y="3381"/>
                    <a:pt x="1941" y="3407"/>
                  </a:cubicBezTo>
                  <a:cubicBezTo>
                    <a:pt x="1941" y="3426"/>
                    <a:pt x="1986" y="3478"/>
                    <a:pt x="1986" y="3491"/>
                  </a:cubicBezTo>
                  <a:lnTo>
                    <a:pt x="1986" y="3491"/>
                  </a:lnTo>
                  <a:cubicBezTo>
                    <a:pt x="1953" y="3491"/>
                    <a:pt x="1915" y="3504"/>
                    <a:pt x="1882" y="3517"/>
                  </a:cubicBezTo>
                  <a:cubicBezTo>
                    <a:pt x="1863" y="3530"/>
                    <a:pt x="1850" y="3530"/>
                    <a:pt x="1831" y="3543"/>
                  </a:cubicBezTo>
                  <a:cubicBezTo>
                    <a:pt x="1811" y="3562"/>
                    <a:pt x="1805" y="3588"/>
                    <a:pt x="1779" y="3588"/>
                  </a:cubicBezTo>
                  <a:cubicBezTo>
                    <a:pt x="1753" y="3588"/>
                    <a:pt x="1740" y="3568"/>
                    <a:pt x="1721" y="3556"/>
                  </a:cubicBezTo>
                  <a:cubicBezTo>
                    <a:pt x="1695" y="3536"/>
                    <a:pt x="1682" y="3517"/>
                    <a:pt x="1669" y="3491"/>
                  </a:cubicBezTo>
                  <a:cubicBezTo>
                    <a:pt x="1643" y="3459"/>
                    <a:pt x="1617" y="3446"/>
                    <a:pt x="1585" y="3426"/>
                  </a:cubicBezTo>
                  <a:cubicBezTo>
                    <a:pt x="1552" y="3400"/>
                    <a:pt x="1546" y="3381"/>
                    <a:pt x="1514" y="3361"/>
                  </a:cubicBezTo>
                  <a:cubicBezTo>
                    <a:pt x="1514" y="3368"/>
                    <a:pt x="1507" y="3375"/>
                    <a:pt x="1501" y="3375"/>
                  </a:cubicBezTo>
                  <a:cubicBezTo>
                    <a:pt x="1501" y="3420"/>
                    <a:pt x="1488" y="3446"/>
                    <a:pt x="1488" y="3484"/>
                  </a:cubicBezTo>
                  <a:cubicBezTo>
                    <a:pt x="1488" y="3523"/>
                    <a:pt x="1494" y="3575"/>
                    <a:pt x="1455" y="3575"/>
                  </a:cubicBezTo>
                  <a:cubicBezTo>
                    <a:pt x="1410" y="3575"/>
                    <a:pt x="1384" y="3556"/>
                    <a:pt x="1346" y="3530"/>
                  </a:cubicBezTo>
                  <a:cubicBezTo>
                    <a:pt x="1346" y="3523"/>
                    <a:pt x="1339" y="3517"/>
                    <a:pt x="1332" y="3510"/>
                  </a:cubicBezTo>
                  <a:cubicBezTo>
                    <a:pt x="1320" y="3497"/>
                    <a:pt x="1300" y="3504"/>
                    <a:pt x="1281" y="3497"/>
                  </a:cubicBezTo>
                  <a:cubicBezTo>
                    <a:pt x="1261" y="3491"/>
                    <a:pt x="1255" y="3478"/>
                    <a:pt x="1229" y="3478"/>
                  </a:cubicBezTo>
                  <a:cubicBezTo>
                    <a:pt x="1184" y="3465"/>
                    <a:pt x="1164" y="3433"/>
                    <a:pt x="1113" y="3433"/>
                  </a:cubicBezTo>
                  <a:cubicBezTo>
                    <a:pt x="1093" y="3433"/>
                    <a:pt x="1080" y="3433"/>
                    <a:pt x="1061" y="3420"/>
                  </a:cubicBezTo>
                  <a:cubicBezTo>
                    <a:pt x="1035" y="3400"/>
                    <a:pt x="1029" y="3375"/>
                    <a:pt x="996" y="3375"/>
                  </a:cubicBezTo>
                  <a:cubicBezTo>
                    <a:pt x="970" y="3375"/>
                    <a:pt x="964" y="3394"/>
                    <a:pt x="951" y="3413"/>
                  </a:cubicBezTo>
                  <a:cubicBezTo>
                    <a:pt x="932" y="3407"/>
                    <a:pt x="932" y="3407"/>
                    <a:pt x="932" y="3407"/>
                  </a:cubicBezTo>
                  <a:cubicBezTo>
                    <a:pt x="925" y="3368"/>
                    <a:pt x="932" y="3349"/>
                    <a:pt x="932" y="3316"/>
                  </a:cubicBezTo>
                  <a:cubicBezTo>
                    <a:pt x="899" y="3310"/>
                    <a:pt x="880" y="3323"/>
                    <a:pt x="847" y="3316"/>
                  </a:cubicBezTo>
                  <a:cubicBezTo>
                    <a:pt x="809" y="3303"/>
                    <a:pt x="789" y="3290"/>
                    <a:pt x="751" y="3290"/>
                  </a:cubicBezTo>
                  <a:cubicBezTo>
                    <a:pt x="731" y="3290"/>
                    <a:pt x="712" y="3290"/>
                    <a:pt x="686" y="3297"/>
                  </a:cubicBezTo>
                  <a:lnTo>
                    <a:pt x="686" y="3297"/>
                  </a:lnTo>
                  <a:cubicBezTo>
                    <a:pt x="660" y="3297"/>
                    <a:pt x="660" y="3297"/>
                    <a:pt x="660" y="3297"/>
                  </a:cubicBezTo>
                  <a:cubicBezTo>
                    <a:pt x="641" y="3297"/>
                    <a:pt x="628" y="3316"/>
                    <a:pt x="608" y="3316"/>
                  </a:cubicBezTo>
                  <a:cubicBezTo>
                    <a:pt x="576" y="3316"/>
                    <a:pt x="582" y="3265"/>
                    <a:pt x="556" y="3252"/>
                  </a:cubicBezTo>
                  <a:cubicBezTo>
                    <a:pt x="531" y="3245"/>
                    <a:pt x="518" y="3252"/>
                    <a:pt x="498" y="3252"/>
                  </a:cubicBezTo>
                  <a:cubicBezTo>
                    <a:pt x="498" y="3232"/>
                    <a:pt x="498" y="3232"/>
                    <a:pt x="498" y="3232"/>
                  </a:cubicBezTo>
                  <a:cubicBezTo>
                    <a:pt x="524" y="3135"/>
                    <a:pt x="524" y="3135"/>
                    <a:pt x="524" y="3135"/>
                  </a:cubicBezTo>
                  <a:cubicBezTo>
                    <a:pt x="518" y="3122"/>
                    <a:pt x="518" y="3109"/>
                    <a:pt x="518" y="3096"/>
                  </a:cubicBezTo>
                  <a:cubicBezTo>
                    <a:pt x="518" y="3084"/>
                    <a:pt x="531" y="3084"/>
                    <a:pt x="544" y="3084"/>
                  </a:cubicBezTo>
                  <a:cubicBezTo>
                    <a:pt x="576" y="3084"/>
                    <a:pt x="589" y="3090"/>
                    <a:pt x="621" y="3090"/>
                  </a:cubicBezTo>
                  <a:cubicBezTo>
                    <a:pt x="673" y="3090"/>
                    <a:pt x="705" y="3077"/>
                    <a:pt x="737" y="3038"/>
                  </a:cubicBezTo>
                  <a:cubicBezTo>
                    <a:pt x="763" y="3084"/>
                    <a:pt x="744" y="3122"/>
                    <a:pt x="763" y="3168"/>
                  </a:cubicBezTo>
                  <a:cubicBezTo>
                    <a:pt x="776" y="3142"/>
                    <a:pt x="776" y="3122"/>
                    <a:pt x="783" y="3090"/>
                  </a:cubicBezTo>
                  <a:cubicBezTo>
                    <a:pt x="783" y="3051"/>
                    <a:pt x="783" y="2993"/>
                    <a:pt x="744" y="2993"/>
                  </a:cubicBezTo>
                  <a:cubicBezTo>
                    <a:pt x="699" y="2993"/>
                    <a:pt x="686" y="3032"/>
                    <a:pt x="647" y="3032"/>
                  </a:cubicBezTo>
                  <a:cubicBezTo>
                    <a:pt x="634" y="3032"/>
                    <a:pt x="641" y="3012"/>
                    <a:pt x="641" y="2999"/>
                  </a:cubicBezTo>
                  <a:cubicBezTo>
                    <a:pt x="641" y="2980"/>
                    <a:pt x="641" y="2967"/>
                    <a:pt x="634" y="2941"/>
                  </a:cubicBezTo>
                  <a:cubicBezTo>
                    <a:pt x="621" y="2902"/>
                    <a:pt x="589" y="2889"/>
                    <a:pt x="563" y="2857"/>
                  </a:cubicBezTo>
                  <a:cubicBezTo>
                    <a:pt x="531" y="2825"/>
                    <a:pt x="511" y="2805"/>
                    <a:pt x="466" y="2799"/>
                  </a:cubicBezTo>
                  <a:cubicBezTo>
                    <a:pt x="427" y="2792"/>
                    <a:pt x="369" y="2812"/>
                    <a:pt x="369" y="2773"/>
                  </a:cubicBezTo>
                  <a:cubicBezTo>
                    <a:pt x="369" y="2728"/>
                    <a:pt x="427" y="2708"/>
                    <a:pt x="427" y="2663"/>
                  </a:cubicBezTo>
                  <a:cubicBezTo>
                    <a:pt x="427" y="2657"/>
                    <a:pt x="421" y="2657"/>
                    <a:pt x="414" y="2650"/>
                  </a:cubicBezTo>
                  <a:cubicBezTo>
                    <a:pt x="343" y="2650"/>
                    <a:pt x="343" y="2650"/>
                    <a:pt x="343" y="2650"/>
                  </a:cubicBezTo>
                  <a:cubicBezTo>
                    <a:pt x="317" y="2637"/>
                    <a:pt x="285" y="2637"/>
                    <a:pt x="285" y="2605"/>
                  </a:cubicBezTo>
                  <a:cubicBezTo>
                    <a:pt x="285" y="2585"/>
                    <a:pt x="304" y="2579"/>
                    <a:pt x="304" y="2560"/>
                  </a:cubicBezTo>
                  <a:cubicBezTo>
                    <a:pt x="311" y="2534"/>
                    <a:pt x="304" y="2514"/>
                    <a:pt x="317" y="2495"/>
                  </a:cubicBezTo>
                  <a:cubicBezTo>
                    <a:pt x="337" y="2456"/>
                    <a:pt x="362" y="2437"/>
                    <a:pt x="362" y="2399"/>
                  </a:cubicBezTo>
                  <a:cubicBezTo>
                    <a:pt x="362" y="2347"/>
                    <a:pt x="362" y="2347"/>
                    <a:pt x="362" y="2347"/>
                  </a:cubicBezTo>
                  <a:cubicBezTo>
                    <a:pt x="362" y="2302"/>
                    <a:pt x="388" y="2283"/>
                    <a:pt x="408" y="2244"/>
                  </a:cubicBezTo>
                  <a:cubicBezTo>
                    <a:pt x="427" y="2211"/>
                    <a:pt x="434" y="2192"/>
                    <a:pt x="446" y="2160"/>
                  </a:cubicBezTo>
                  <a:cubicBezTo>
                    <a:pt x="427" y="2166"/>
                    <a:pt x="414" y="2179"/>
                    <a:pt x="395" y="2179"/>
                  </a:cubicBezTo>
                  <a:cubicBezTo>
                    <a:pt x="356" y="2179"/>
                    <a:pt x="343" y="2140"/>
                    <a:pt x="337" y="2102"/>
                  </a:cubicBezTo>
                  <a:cubicBezTo>
                    <a:pt x="337" y="2063"/>
                    <a:pt x="337" y="2037"/>
                    <a:pt x="324" y="1998"/>
                  </a:cubicBezTo>
                  <a:cubicBezTo>
                    <a:pt x="324" y="1992"/>
                    <a:pt x="324" y="1985"/>
                    <a:pt x="324" y="1979"/>
                  </a:cubicBezTo>
                  <a:cubicBezTo>
                    <a:pt x="324" y="1946"/>
                    <a:pt x="330" y="1933"/>
                    <a:pt x="330" y="1901"/>
                  </a:cubicBezTo>
                  <a:cubicBezTo>
                    <a:pt x="330" y="1888"/>
                    <a:pt x="324" y="1875"/>
                    <a:pt x="324" y="1862"/>
                  </a:cubicBezTo>
                  <a:cubicBezTo>
                    <a:pt x="324" y="1856"/>
                    <a:pt x="324" y="1856"/>
                    <a:pt x="324" y="1849"/>
                  </a:cubicBezTo>
                  <a:cubicBezTo>
                    <a:pt x="343" y="1849"/>
                    <a:pt x="343" y="1849"/>
                    <a:pt x="343" y="1849"/>
                  </a:cubicBezTo>
                  <a:cubicBezTo>
                    <a:pt x="362" y="1849"/>
                    <a:pt x="375" y="1862"/>
                    <a:pt x="395" y="1862"/>
                  </a:cubicBezTo>
                  <a:lnTo>
                    <a:pt x="401" y="1862"/>
                  </a:lnTo>
                  <a:cubicBezTo>
                    <a:pt x="401" y="1836"/>
                    <a:pt x="414" y="1817"/>
                    <a:pt x="414" y="1785"/>
                  </a:cubicBezTo>
                  <a:cubicBezTo>
                    <a:pt x="414" y="1772"/>
                    <a:pt x="401" y="1765"/>
                    <a:pt x="382" y="1765"/>
                  </a:cubicBezTo>
                  <a:cubicBezTo>
                    <a:pt x="362" y="1765"/>
                    <a:pt x="349" y="1785"/>
                    <a:pt x="324" y="1791"/>
                  </a:cubicBezTo>
                  <a:cubicBezTo>
                    <a:pt x="311" y="1772"/>
                    <a:pt x="298" y="1759"/>
                    <a:pt x="291" y="1739"/>
                  </a:cubicBezTo>
                  <a:cubicBezTo>
                    <a:pt x="298" y="1733"/>
                    <a:pt x="298" y="1733"/>
                    <a:pt x="298" y="1733"/>
                  </a:cubicBezTo>
                  <a:cubicBezTo>
                    <a:pt x="395" y="1759"/>
                    <a:pt x="395" y="1759"/>
                    <a:pt x="395" y="1759"/>
                  </a:cubicBezTo>
                  <a:cubicBezTo>
                    <a:pt x="388" y="1752"/>
                    <a:pt x="388" y="1752"/>
                    <a:pt x="388" y="1752"/>
                  </a:cubicBezTo>
                  <a:cubicBezTo>
                    <a:pt x="317" y="1701"/>
                    <a:pt x="285" y="1668"/>
                    <a:pt x="220" y="1617"/>
                  </a:cubicBezTo>
                  <a:cubicBezTo>
                    <a:pt x="194" y="1591"/>
                    <a:pt x="181" y="1565"/>
                    <a:pt x="142" y="1565"/>
                  </a:cubicBezTo>
                  <a:cubicBezTo>
                    <a:pt x="130" y="1565"/>
                    <a:pt x="117" y="1565"/>
                    <a:pt x="104" y="1565"/>
                  </a:cubicBezTo>
                  <a:cubicBezTo>
                    <a:pt x="78" y="1565"/>
                    <a:pt x="91" y="1533"/>
                    <a:pt x="78" y="1513"/>
                  </a:cubicBezTo>
                  <a:cubicBezTo>
                    <a:pt x="71" y="1500"/>
                    <a:pt x="58" y="1494"/>
                    <a:pt x="52" y="1481"/>
                  </a:cubicBezTo>
                  <a:cubicBezTo>
                    <a:pt x="26" y="1448"/>
                    <a:pt x="0" y="1422"/>
                    <a:pt x="0" y="1384"/>
                  </a:cubicBezTo>
                  <a:cubicBezTo>
                    <a:pt x="0" y="1338"/>
                    <a:pt x="0" y="1300"/>
                    <a:pt x="33" y="1267"/>
                  </a:cubicBezTo>
                  <a:cubicBezTo>
                    <a:pt x="46" y="1261"/>
                    <a:pt x="58" y="1254"/>
                    <a:pt x="65" y="1248"/>
                  </a:cubicBezTo>
                  <a:lnTo>
                    <a:pt x="65" y="1248"/>
                  </a:lnTo>
                  <a:cubicBezTo>
                    <a:pt x="71" y="1248"/>
                    <a:pt x="71" y="1248"/>
                    <a:pt x="78" y="1248"/>
                  </a:cubicBezTo>
                  <a:cubicBezTo>
                    <a:pt x="84" y="1254"/>
                    <a:pt x="91" y="1254"/>
                    <a:pt x="97" y="1254"/>
                  </a:cubicBezTo>
                  <a:lnTo>
                    <a:pt x="104" y="1254"/>
                  </a:lnTo>
                  <a:cubicBezTo>
                    <a:pt x="110" y="1254"/>
                    <a:pt x="110" y="1254"/>
                    <a:pt x="117" y="1254"/>
                  </a:cubicBezTo>
                  <a:cubicBezTo>
                    <a:pt x="123" y="1261"/>
                    <a:pt x="130" y="1261"/>
                    <a:pt x="130" y="1261"/>
                  </a:cubicBezTo>
                  <a:cubicBezTo>
                    <a:pt x="136" y="1261"/>
                    <a:pt x="142" y="1261"/>
                    <a:pt x="149" y="1261"/>
                  </a:cubicBezTo>
                  <a:cubicBezTo>
                    <a:pt x="156" y="1261"/>
                    <a:pt x="156" y="1261"/>
                    <a:pt x="156" y="1261"/>
                  </a:cubicBezTo>
                  <a:cubicBezTo>
                    <a:pt x="181" y="1274"/>
                    <a:pt x="181" y="1274"/>
                    <a:pt x="181" y="1274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 dirty="0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51E45CD8-F0C6-49B1-6E88-62AADCF36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5357" y="4643638"/>
              <a:ext cx="507034" cy="457948"/>
            </a:xfrm>
            <a:custGeom>
              <a:avLst/>
              <a:gdLst>
                <a:gd name="T0" fmla="*/ 407 w 1547"/>
                <a:gd name="T1" fmla="*/ 1396 h 1397"/>
                <a:gd name="T2" fmla="*/ 407 w 1547"/>
                <a:gd name="T3" fmla="*/ 1396 h 1397"/>
                <a:gd name="T4" fmla="*/ 530 w 1547"/>
                <a:gd name="T5" fmla="*/ 1312 h 1397"/>
                <a:gd name="T6" fmla="*/ 601 w 1547"/>
                <a:gd name="T7" fmla="*/ 1248 h 1397"/>
                <a:gd name="T8" fmla="*/ 673 w 1547"/>
                <a:gd name="T9" fmla="*/ 1222 h 1397"/>
                <a:gd name="T10" fmla="*/ 711 w 1547"/>
                <a:gd name="T11" fmla="*/ 1228 h 1397"/>
                <a:gd name="T12" fmla="*/ 802 w 1547"/>
                <a:gd name="T13" fmla="*/ 1228 h 1397"/>
                <a:gd name="T14" fmla="*/ 880 w 1547"/>
                <a:gd name="T15" fmla="*/ 1215 h 1397"/>
                <a:gd name="T16" fmla="*/ 1002 w 1547"/>
                <a:gd name="T17" fmla="*/ 1215 h 1397"/>
                <a:gd name="T18" fmla="*/ 1080 w 1547"/>
                <a:gd name="T19" fmla="*/ 1202 h 1397"/>
                <a:gd name="T20" fmla="*/ 1235 w 1547"/>
                <a:gd name="T21" fmla="*/ 1299 h 1397"/>
                <a:gd name="T22" fmla="*/ 1319 w 1547"/>
                <a:gd name="T23" fmla="*/ 1358 h 1397"/>
                <a:gd name="T24" fmla="*/ 1319 w 1547"/>
                <a:gd name="T25" fmla="*/ 1358 h 1397"/>
                <a:gd name="T26" fmla="*/ 1390 w 1547"/>
                <a:gd name="T27" fmla="*/ 1319 h 1397"/>
                <a:gd name="T28" fmla="*/ 1416 w 1547"/>
                <a:gd name="T29" fmla="*/ 1254 h 1397"/>
                <a:gd name="T30" fmla="*/ 1416 w 1547"/>
                <a:gd name="T31" fmla="*/ 1164 h 1397"/>
                <a:gd name="T32" fmla="*/ 1429 w 1547"/>
                <a:gd name="T33" fmla="*/ 970 h 1397"/>
                <a:gd name="T34" fmla="*/ 1462 w 1547"/>
                <a:gd name="T35" fmla="*/ 905 h 1397"/>
                <a:gd name="T36" fmla="*/ 1546 w 1547"/>
                <a:gd name="T37" fmla="*/ 666 h 1397"/>
                <a:gd name="T38" fmla="*/ 1546 w 1547"/>
                <a:gd name="T39" fmla="*/ 666 h 1397"/>
                <a:gd name="T40" fmla="*/ 1520 w 1547"/>
                <a:gd name="T41" fmla="*/ 601 h 1397"/>
                <a:gd name="T42" fmla="*/ 1494 w 1547"/>
                <a:gd name="T43" fmla="*/ 569 h 1397"/>
                <a:gd name="T44" fmla="*/ 1300 w 1547"/>
                <a:gd name="T45" fmla="*/ 465 h 1397"/>
                <a:gd name="T46" fmla="*/ 1209 w 1547"/>
                <a:gd name="T47" fmla="*/ 407 h 1397"/>
                <a:gd name="T48" fmla="*/ 1125 w 1547"/>
                <a:gd name="T49" fmla="*/ 336 h 1397"/>
                <a:gd name="T50" fmla="*/ 983 w 1547"/>
                <a:gd name="T51" fmla="*/ 220 h 1397"/>
                <a:gd name="T52" fmla="*/ 815 w 1547"/>
                <a:gd name="T53" fmla="*/ 168 h 1397"/>
                <a:gd name="T54" fmla="*/ 660 w 1547"/>
                <a:gd name="T55" fmla="*/ 116 h 1397"/>
                <a:gd name="T56" fmla="*/ 537 w 1547"/>
                <a:gd name="T57" fmla="*/ 97 h 1397"/>
                <a:gd name="T58" fmla="*/ 446 w 1547"/>
                <a:gd name="T59" fmla="*/ 32 h 1397"/>
                <a:gd name="T60" fmla="*/ 330 w 1547"/>
                <a:gd name="T61" fmla="*/ 0 h 1397"/>
                <a:gd name="T62" fmla="*/ 330 w 1547"/>
                <a:gd name="T63" fmla="*/ 0 h 1397"/>
                <a:gd name="T64" fmla="*/ 323 w 1547"/>
                <a:gd name="T65" fmla="*/ 45 h 1397"/>
                <a:gd name="T66" fmla="*/ 336 w 1547"/>
                <a:gd name="T67" fmla="*/ 109 h 1397"/>
                <a:gd name="T68" fmla="*/ 336 w 1547"/>
                <a:gd name="T69" fmla="*/ 174 h 1397"/>
                <a:gd name="T70" fmla="*/ 362 w 1547"/>
                <a:gd name="T71" fmla="*/ 316 h 1397"/>
                <a:gd name="T72" fmla="*/ 323 w 1547"/>
                <a:gd name="T73" fmla="*/ 459 h 1397"/>
                <a:gd name="T74" fmla="*/ 259 w 1547"/>
                <a:gd name="T75" fmla="*/ 582 h 1397"/>
                <a:gd name="T76" fmla="*/ 45 w 1547"/>
                <a:gd name="T77" fmla="*/ 633 h 1397"/>
                <a:gd name="T78" fmla="*/ 84 w 1547"/>
                <a:gd name="T79" fmla="*/ 776 h 1397"/>
                <a:gd name="T80" fmla="*/ 58 w 1547"/>
                <a:gd name="T81" fmla="*/ 879 h 1397"/>
                <a:gd name="T82" fmla="*/ 32 w 1547"/>
                <a:gd name="T83" fmla="*/ 911 h 1397"/>
                <a:gd name="T84" fmla="*/ 0 w 1547"/>
                <a:gd name="T85" fmla="*/ 1015 h 1397"/>
                <a:gd name="T86" fmla="*/ 0 w 1547"/>
                <a:gd name="T87" fmla="*/ 1015 h 1397"/>
                <a:gd name="T88" fmla="*/ 19 w 1547"/>
                <a:gd name="T89" fmla="*/ 1015 h 1397"/>
                <a:gd name="T90" fmla="*/ 84 w 1547"/>
                <a:gd name="T91" fmla="*/ 1060 h 1397"/>
                <a:gd name="T92" fmla="*/ 129 w 1547"/>
                <a:gd name="T93" fmla="*/ 1105 h 1397"/>
                <a:gd name="T94" fmla="*/ 116 w 1547"/>
                <a:gd name="T95" fmla="*/ 1138 h 1397"/>
                <a:gd name="T96" fmla="*/ 200 w 1547"/>
                <a:gd name="T97" fmla="*/ 1254 h 1397"/>
                <a:gd name="T98" fmla="*/ 226 w 1547"/>
                <a:gd name="T99" fmla="*/ 1319 h 1397"/>
                <a:gd name="T100" fmla="*/ 246 w 1547"/>
                <a:gd name="T101" fmla="*/ 1351 h 1397"/>
                <a:gd name="T102" fmla="*/ 304 w 1547"/>
                <a:gd name="T103" fmla="*/ 1338 h 1397"/>
                <a:gd name="T104" fmla="*/ 388 w 1547"/>
                <a:gd name="T105" fmla="*/ 1384 h 1397"/>
                <a:gd name="T106" fmla="*/ 407 w 1547"/>
                <a:gd name="T107" fmla="*/ 1396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47" h="1397">
                  <a:moveTo>
                    <a:pt x="407" y="1396"/>
                  </a:moveTo>
                  <a:lnTo>
                    <a:pt x="407" y="1396"/>
                  </a:lnTo>
                  <a:cubicBezTo>
                    <a:pt x="453" y="1364"/>
                    <a:pt x="479" y="1338"/>
                    <a:pt x="530" y="1312"/>
                  </a:cubicBezTo>
                  <a:cubicBezTo>
                    <a:pt x="563" y="1293"/>
                    <a:pt x="569" y="1267"/>
                    <a:pt x="601" y="1248"/>
                  </a:cubicBezTo>
                  <a:cubicBezTo>
                    <a:pt x="627" y="1235"/>
                    <a:pt x="647" y="1228"/>
                    <a:pt x="673" y="1222"/>
                  </a:cubicBezTo>
                  <a:cubicBezTo>
                    <a:pt x="711" y="1228"/>
                    <a:pt x="711" y="1228"/>
                    <a:pt x="711" y="1228"/>
                  </a:cubicBezTo>
                  <a:cubicBezTo>
                    <a:pt x="802" y="1228"/>
                    <a:pt x="802" y="1228"/>
                    <a:pt x="802" y="1228"/>
                  </a:cubicBezTo>
                  <a:cubicBezTo>
                    <a:pt x="880" y="1215"/>
                    <a:pt x="880" y="1215"/>
                    <a:pt x="880" y="1215"/>
                  </a:cubicBezTo>
                  <a:cubicBezTo>
                    <a:pt x="1002" y="1215"/>
                    <a:pt x="1002" y="1215"/>
                    <a:pt x="1002" y="1215"/>
                  </a:cubicBezTo>
                  <a:cubicBezTo>
                    <a:pt x="1035" y="1215"/>
                    <a:pt x="1048" y="1202"/>
                    <a:pt x="1080" y="1202"/>
                  </a:cubicBezTo>
                  <a:cubicBezTo>
                    <a:pt x="1151" y="1202"/>
                    <a:pt x="1183" y="1254"/>
                    <a:pt x="1235" y="1299"/>
                  </a:cubicBezTo>
                  <a:cubicBezTo>
                    <a:pt x="1268" y="1325"/>
                    <a:pt x="1280" y="1351"/>
                    <a:pt x="1319" y="1358"/>
                  </a:cubicBezTo>
                  <a:lnTo>
                    <a:pt x="1319" y="1358"/>
                  </a:lnTo>
                  <a:cubicBezTo>
                    <a:pt x="1345" y="1338"/>
                    <a:pt x="1371" y="1345"/>
                    <a:pt x="1390" y="1319"/>
                  </a:cubicBezTo>
                  <a:cubicBezTo>
                    <a:pt x="1410" y="1299"/>
                    <a:pt x="1416" y="1280"/>
                    <a:pt x="1416" y="1254"/>
                  </a:cubicBezTo>
                  <a:cubicBezTo>
                    <a:pt x="1416" y="1164"/>
                    <a:pt x="1416" y="1164"/>
                    <a:pt x="1416" y="1164"/>
                  </a:cubicBezTo>
                  <a:cubicBezTo>
                    <a:pt x="1416" y="1086"/>
                    <a:pt x="1403" y="1041"/>
                    <a:pt x="1429" y="970"/>
                  </a:cubicBezTo>
                  <a:cubicBezTo>
                    <a:pt x="1442" y="944"/>
                    <a:pt x="1449" y="931"/>
                    <a:pt x="1462" y="905"/>
                  </a:cubicBezTo>
                  <a:cubicBezTo>
                    <a:pt x="1494" y="808"/>
                    <a:pt x="1533" y="769"/>
                    <a:pt x="1546" y="666"/>
                  </a:cubicBezTo>
                  <a:lnTo>
                    <a:pt x="1546" y="666"/>
                  </a:lnTo>
                  <a:cubicBezTo>
                    <a:pt x="1539" y="640"/>
                    <a:pt x="1533" y="627"/>
                    <a:pt x="1520" y="601"/>
                  </a:cubicBezTo>
                  <a:cubicBezTo>
                    <a:pt x="1513" y="588"/>
                    <a:pt x="1507" y="575"/>
                    <a:pt x="1494" y="569"/>
                  </a:cubicBezTo>
                  <a:cubicBezTo>
                    <a:pt x="1416" y="530"/>
                    <a:pt x="1365" y="517"/>
                    <a:pt x="1300" y="465"/>
                  </a:cubicBezTo>
                  <a:cubicBezTo>
                    <a:pt x="1268" y="439"/>
                    <a:pt x="1242" y="426"/>
                    <a:pt x="1209" y="407"/>
                  </a:cubicBezTo>
                  <a:cubicBezTo>
                    <a:pt x="1171" y="388"/>
                    <a:pt x="1158" y="368"/>
                    <a:pt x="1125" y="336"/>
                  </a:cubicBezTo>
                  <a:cubicBezTo>
                    <a:pt x="1067" y="290"/>
                    <a:pt x="1041" y="252"/>
                    <a:pt x="983" y="220"/>
                  </a:cubicBezTo>
                  <a:cubicBezTo>
                    <a:pt x="925" y="187"/>
                    <a:pt x="880" y="187"/>
                    <a:pt x="815" y="168"/>
                  </a:cubicBezTo>
                  <a:cubicBezTo>
                    <a:pt x="757" y="148"/>
                    <a:pt x="724" y="122"/>
                    <a:pt x="660" y="116"/>
                  </a:cubicBezTo>
                  <a:cubicBezTo>
                    <a:pt x="608" y="109"/>
                    <a:pt x="576" y="116"/>
                    <a:pt x="537" y="97"/>
                  </a:cubicBezTo>
                  <a:cubicBezTo>
                    <a:pt x="498" y="77"/>
                    <a:pt x="485" y="51"/>
                    <a:pt x="446" y="32"/>
                  </a:cubicBezTo>
                  <a:cubicBezTo>
                    <a:pt x="407" y="19"/>
                    <a:pt x="369" y="13"/>
                    <a:pt x="330" y="0"/>
                  </a:cubicBezTo>
                  <a:lnTo>
                    <a:pt x="330" y="0"/>
                  </a:lnTo>
                  <a:cubicBezTo>
                    <a:pt x="330" y="19"/>
                    <a:pt x="323" y="32"/>
                    <a:pt x="323" y="45"/>
                  </a:cubicBezTo>
                  <a:cubicBezTo>
                    <a:pt x="323" y="71"/>
                    <a:pt x="336" y="84"/>
                    <a:pt x="336" y="109"/>
                  </a:cubicBezTo>
                  <a:cubicBezTo>
                    <a:pt x="343" y="135"/>
                    <a:pt x="336" y="148"/>
                    <a:pt x="336" y="174"/>
                  </a:cubicBezTo>
                  <a:cubicBezTo>
                    <a:pt x="343" y="232"/>
                    <a:pt x="362" y="258"/>
                    <a:pt x="362" y="316"/>
                  </a:cubicBezTo>
                  <a:cubicBezTo>
                    <a:pt x="362" y="375"/>
                    <a:pt x="349" y="407"/>
                    <a:pt x="323" y="459"/>
                  </a:cubicBezTo>
                  <a:cubicBezTo>
                    <a:pt x="304" y="510"/>
                    <a:pt x="304" y="549"/>
                    <a:pt x="259" y="582"/>
                  </a:cubicBezTo>
                  <a:cubicBezTo>
                    <a:pt x="194" y="633"/>
                    <a:pt x="129" y="640"/>
                    <a:pt x="45" y="633"/>
                  </a:cubicBezTo>
                  <a:cubicBezTo>
                    <a:pt x="78" y="679"/>
                    <a:pt x="84" y="717"/>
                    <a:pt x="84" y="776"/>
                  </a:cubicBezTo>
                  <a:cubicBezTo>
                    <a:pt x="84" y="814"/>
                    <a:pt x="78" y="840"/>
                    <a:pt x="58" y="879"/>
                  </a:cubicBezTo>
                  <a:cubicBezTo>
                    <a:pt x="52" y="892"/>
                    <a:pt x="39" y="898"/>
                    <a:pt x="32" y="911"/>
                  </a:cubicBezTo>
                  <a:cubicBezTo>
                    <a:pt x="13" y="950"/>
                    <a:pt x="0" y="976"/>
                    <a:pt x="0" y="1015"/>
                  </a:cubicBezTo>
                  <a:lnTo>
                    <a:pt x="0" y="1015"/>
                  </a:lnTo>
                  <a:cubicBezTo>
                    <a:pt x="6" y="1015"/>
                    <a:pt x="13" y="1015"/>
                    <a:pt x="19" y="1015"/>
                  </a:cubicBezTo>
                  <a:cubicBezTo>
                    <a:pt x="52" y="1015"/>
                    <a:pt x="58" y="1041"/>
                    <a:pt x="84" y="1060"/>
                  </a:cubicBezTo>
                  <a:cubicBezTo>
                    <a:pt x="97" y="1080"/>
                    <a:pt x="129" y="1080"/>
                    <a:pt x="129" y="1105"/>
                  </a:cubicBezTo>
                  <a:cubicBezTo>
                    <a:pt x="129" y="1118"/>
                    <a:pt x="116" y="1125"/>
                    <a:pt x="116" y="1138"/>
                  </a:cubicBezTo>
                  <a:cubicBezTo>
                    <a:pt x="116" y="1196"/>
                    <a:pt x="175" y="1202"/>
                    <a:pt x="200" y="1254"/>
                  </a:cubicBezTo>
                  <a:cubicBezTo>
                    <a:pt x="213" y="1280"/>
                    <a:pt x="220" y="1293"/>
                    <a:pt x="226" y="1319"/>
                  </a:cubicBezTo>
                  <a:cubicBezTo>
                    <a:pt x="233" y="1332"/>
                    <a:pt x="226" y="1351"/>
                    <a:pt x="246" y="1351"/>
                  </a:cubicBezTo>
                  <a:cubicBezTo>
                    <a:pt x="265" y="1351"/>
                    <a:pt x="278" y="1338"/>
                    <a:pt x="304" y="1338"/>
                  </a:cubicBezTo>
                  <a:cubicBezTo>
                    <a:pt x="343" y="1338"/>
                    <a:pt x="362" y="1364"/>
                    <a:pt x="388" y="1384"/>
                  </a:cubicBezTo>
                  <a:cubicBezTo>
                    <a:pt x="394" y="1390"/>
                    <a:pt x="401" y="1390"/>
                    <a:pt x="407" y="1396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A849FD5E-DABB-A3BB-22F4-F0AB5FDAC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8255" y="5038023"/>
              <a:ext cx="299020" cy="216695"/>
            </a:xfrm>
            <a:custGeom>
              <a:avLst/>
              <a:gdLst>
                <a:gd name="T0" fmla="*/ 912 w 913"/>
                <a:gd name="T1" fmla="*/ 156 h 661"/>
                <a:gd name="T2" fmla="*/ 912 w 913"/>
                <a:gd name="T3" fmla="*/ 156 h 661"/>
                <a:gd name="T4" fmla="*/ 861 w 913"/>
                <a:gd name="T5" fmla="*/ 253 h 661"/>
                <a:gd name="T6" fmla="*/ 835 w 913"/>
                <a:gd name="T7" fmla="*/ 304 h 661"/>
                <a:gd name="T8" fmla="*/ 828 w 913"/>
                <a:gd name="T9" fmla="*/ 356 h 661"/>
                <a:gd name="T10" fmla="*/ 789 w 913"/>
                <a:gd name="T11" fmla="*/ 453 h 661"/>
                <a:gd name="T12" fmla="*/ 796 w 913"/>
                <a:gd name="T13" fmla="*/ 479 h 661"/>
                <a:gd name="T14" fmla="*/ 848 w 913"/>
                <a:gd name="T15" fmla="*/ 505 h 661"/>
                <a:gd name="T16" fmla="*/ 861 w 913"/>
                <a:gd name="T17" fmla="*/ 537 h 661"/>
                <a:gd name="T18" fmla="*/ 873 w 913"/>
                <a:gd name="T19" fmla="*/ 570 h 661"/>
                <a:gd name="T20" fmla="*/ 861 w 913"/>
                <a:gd name="T21" fmla="*/ 582 h 661"/>
                <a:gd name="T22" fmla="*/ 809 w 913"/>
                <a:gd name="T23" fmla="*/ 602 h 661"/>
                <a:gd name="T24" fmla="*/ 783 w 913"/>
                <a:gd name="T25" fmla="*/ 660 h 661"/>
                <a:gd name="T26" fmla="*/ 783 w 913"/>
                <a:gd name="T27" fmla="*/ 660 h 661"/>
                <a:gd name="T28" fmla="*/ 731 w 913"/>
                <a:gd name="T29" fmla="*/ 647 h 661"/>
                <a:gd name="T30" fmla="*/ 582 w 913"/>
                <a:gd name="T31" fmla="*/ 602 h 661"/>
                <a:gd name="T32" fmla="*/ 376 w 913"/>
                <a:gd name="T33" fmla="*/ 505 h 661"/>
                <a:gd name="T34" fmla="*/ 214 w 913"/>
                <a:gd name="T35" fmla="*/ 388 h 661"/>
                <a:gd name="T36" fmla="*/ 123 w 913"/>
                <a:gd name="T37" fmla="*/ 291 h 661"/>
                <a:gd name="T38" fmla="*/ 52 w 913"/>
                <a:gd name="T39" fmla="*/ 227 h 661"/>
                <a:gd name="T40" fmla="*/ 0 w 913"/>
                <a:gd name="T41" fmla="*/ 194 h 661"/>
                <a:gd name="T42" fmla="*/ 0 w 913"/>
                <a:gd name="T43" fmla="*/ 194 h 661"/>
                <a:gd name="T44" fmla="*/ 123 w 913"/>
                <a:gd name="T45" fmla="*/ 110 h 661"/>
                <a:gd name="T46" fmla="*/ 194 w 913"/>
                <a:gd name="T47" fmla="*/ 46 h 661"/>
                <a:gd name="T48" fmla="*/ 266 w 913"/>
                <a:gd name="T49" fmla="*/ 20 h 661"/>
                <a:gd name="T50" fmla="*/ 304 w 913"/>
                <a:gd name="T51" fmla="*/ 26 h 661"/>
                <a:gd name="T52" fmla="*/ 395 w 913"/>
                <a:gd name="T53" fmla="*/ 26 h 661"/>
                <a:gd name="T54" fmla="*/ 473 w 913"/>
                <a:gd name="T55" fmla="*/ 13 h 661"/>
                <a:gd name="T56" fmla="*/ 595 w 913"/>
                <a:gd name="T57" fmla="*/ 13 h 661"/>
                <a:gd name="T58" fmla="*/ 673 w 913"/>
                <a:gd name="T59" fmla="*/ 0 h 661"/>
                <a:gd name="T60" fmla="*/ 828 w 913"/>
                <a:gd name="T61" fmla="*/ 97 h 661"/>
                <a:gd name="T62" fmla="*/ 912 w 913"/>
                <a:gd name="T63" fmla="*/ 156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3" h="661">
                  <a:moveTo>
                    <a:pt x="912" y="156"/>
                  </a:moveTo>
                  <a:lnTo>
                    <a:pt x="912" y="156"/>
                  </a:lnTo>
                  <a:cubicBezTo>
                    <a:pt x="873" y="182"/>
                    <a:pt x="873" y="214"/>
                    <a:pt x="861" y="253"/>
                  </a:cubicBezTo>
                  <a:cubicBezTo>
                    <a:pt x="854" y="272"/>
                    <a:pt x="841" y="285"/>
                    <a:pt x="835" y="304"/>
                  </a:cubicBezTo>
                  <a:cubicBezTo>
                    <a:pt x="835" y="324"/>
                    <a:pt x="835" y="337"/>
                    <a:pt x="828" y="356"/>
                  </a:cubicBezTo>
                  <a:cubicBezTo>
                    <a:pt x="815" y="395"/>
                    <a:pt x="789" y="414"/>
                    <a:pt x="789" y="453"/>
                  </a:cubicBezTo>
                  <a:cubicBezTo>
                    <a:pt x="789" y="466"/>
                    <a:pt x="789" y="472"/>
                    <a:pt x="796" y="479"/>
                  </a:cubicBezTo>
                  <a:cubicBezTo>
                    <a:pt x="809" y="492"/>
                    <a:pt x="828" y="485"/>
                    <a:pt x="848" y="505"/>
                  </a:cubicBezTo>
                  <a:cubicBezTo>
                    <a:pt x="854" y="511"/>
                    <a:pt x="861" y="524"/>
                    <a:pt x="861" y="537"/>
                  </a:cubicBezTo>
                  <a:cubicBezTo>
                    <a:pt x="867" y="550"/>
                    <a:pt x="873" y="557"/>
                    <a:pt x="873" y="570"/>
                  </a:cubicBezTo>
                  <a:cubicBezTo>
                    <a:pt x="873" y="582"/>
                    <a:pt x="867" y="582"/>
                    <a:pt x="861" y="582"/>
                  </a:cubicBezTo>
                  <a:cubicBezTo>
                    <a:pt x="841" y="595"/>
                    <a:pt x="822" y="589"/>
                    <a:pt x="809" y="602"/>
                  </a:cubicBezTo>
                  <a:cubicBezTo>
                    <a:pt x="789" y="615"/>
                    <a:pt x="789" y="641"/>
                    <a:pt x="783" y="660"/>
                  </a:cubicBezTo>
                  <a:lnTo>
                    <a:pt x="783" y="660"/>
                  </a:lnTo>
                  <a:cubicBezTo>
                    <a:pt x="770" y="654"/>
                    <a:pt x="751" y="654"/>
                    <a:pt x="731" y="647"/>
                  </a:cubicBezTo>
                  <a:cubicBezTo>
                    <a:pt x="673" y="641"/>
                    <a:pt x="641" y="615"/>
                    <a:pt x="582" y="602"/>
                  </a:cubicBezTo>
                  <a:cubicBezTo>
                    <a:pt x="498" y="576"/>
                    <a:pt x="453" y="550"/>
                    <a:pt x="376" y="505"/>
                  </a:cubicBezTo>
                  <a:cubicBezTo>
                    <a:pt x="311" y="466"/>
                    <a:pt x="266" y="447"/>
                    <a:pt x="214" y="388"/>
                  </a:cubicBezTo>
                  <a:cubicBezTo>
                    <a:pt x="181" y="350"/>
                    <a:pt x="162" y="330"/>
                    <a:pt x="123" y="291"/>
                  </a:cubicBezTo>
                  <a:cubicBezTo>
                    <a:pt x="91" y="272"/>
                    <a:pt x="78" y="253"/>
                    <a:pt x="52" y="227"/>
                  </a:cubicBezTo>
                  <a:cubicBezTo>
                    <a:pt x="33" y="207"/>
                    <a:pt x="20" y="201"/>
                    <a:pt x="0" y="194"/>
                  </a:cubicBezTo>
                  <a:lnTo>
                    <a:pt x="0" y="194"/>
                  </a:lnTo>
                  <a:cubicBezTo>
                    <a:pt x="46" y="162"/>
                    <a:pt x="72" y="136"/>
                    <a:pt x="123" y="110"/>
                  </a:cubicBezTo>
                  <a:cubicBezTo>
                    <a:pt x="156" y="91"/>
                    <a:pt x="162" y="65"/>
                    <a:pt x="194" y="46"/>
                  </a:cubicBezTo>
                  <a:cubicBezTo>
                    <a:pt x="220" y="33"/>
                    <a:pt x="240" y="26"/>
                    <a:pt x="266" y="20"/>
                  </a:cubicBezTo>
                  <a:cubicBezTo>
                    <a:pt x="304" y="26"/>
                    <a:pt x="304" y="26"/>
                    <a:pt x="304" y="26"/>
                  </a:cubicBezTo>
                  <a:cubicBezTo>
                    <a:pt x="395" y="26"/>
                    <a:pt x="395" y="26"/>
                    <a:pt x="395" y="26"/>
                  </a:cubicBezTo>
                  <a:cubicBezTo>
                    <a:pt x="473" y="13"/>
                    <a:pt x="473" y="13"/>
                    <a:pt x="473" y="13"/>
                  </a:cubicBezTo>
                  <a:cubicBezTo>
                    <a:pt x="595" y="13"/>
                    <a:pt x="595" y="13"/>
                    <a:pt x="595" y="13"/>
                  </a:cubicBezTo>
                  <a:cubicBezTo>
                    <a:pt x="628" y="13"/>
                    <a:pt x="641" y="0"/>
                    <a:pt x="673" y="0"/>
                  </a:cubicBezTo>
                  <a:cubicBezTo>
                    <a:pt x="744" y="0"/>
                    <a:pt x="776" y="52"/>
                    <a:pt x="828" y="97"/>
                  </a:cubicBezTo>
                  <a:cubicBezTo>
                    <a:pt x="861" y="123"/>
                    <a:pt x="873" y="149"/>
                    <a:pt x="912" y="156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20CD2D89-3A40-1687-79B4-E1BA99B49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78" y="3103658"/>
              <a:ext cx="667377" cy="866780"/>
            </a:xfrm>
            <a:custGeom>
              <a:avLst/>
              <a:gdLst>
                <a:gd name="T0" fmla="*/ 19 w 2038"/>
                <a:gd name="T1" fmla="*/ 2561 h 2646"/>
                <a:gd name="T2" fmla="*/ 71 w 2038"/>
                <a:gd name="T3" fmla="*/ 2574 h 2646"/>
                <a:gd name="T4" fmla="*/ 246 w 2038"/>
                <a:gd name="T5" fmla="*/ 2574 h 2646"/>
                <a:gd name="T6" fmla="*/ 401 w 2038"/>
                <a:gd name="T7" fmla="*/ 2645 h 2646"/>
                <a:gd name="T8" fmla="*/ 504 w 2038"/>
                <a:gd name="T9" fmla="*/ 2574 h 2646"/>
                <a:gd name="T10" fmla="*/ 660 w 2038"/>
                <a:gd name="T11" fmla="*/ 2309 h 2646"/>
                <a:gd name="T12" fmla="*/ 770 w 2038"/>
                <a:gd name="T13" fmla="*/ 2432 h 2646"/>
                <a:gd name="T14" fmla="*/ 828 w 2038"/>
                <a:gd name="T15" fmla="*/ 2522 h 2646"/>
                <a:gd name="T16" fmla="*/ 886 w 2038"/>
                <a:gd name="T17" fmla="*/ 2490 h 2646"/>
                <a:gd name="T18" fmla="*/ 931 w 2038"/>
                <a:gd name="T19" fmla="*/ 2348 h 2646"/>
                <a:gd name="T20" fmla="*/ 1035 w 2038"/>
                <a:gd name="T21" fmla="*/ 2354 h 2646"/>
                <a:gd name="T22" fmla="*/ 1158 w 2038"/>
                <a:gd name="T23" fmla="*/ 2309 h 2646"/>
                <a:gd name="T24" fmla="*/ 1222 w 2038"/>
                <a:gd name="T25" fmla="*/ 2393 h 2646"/>
                <a:gd name="T26" fmla="*/ 1293 w 2038"/>
                <a:gd name="T27" fmla="*/ 2464 h 2646"/>
                <a:gd name="T28" fmla="*/ 1520 w 2038"/>
                <a:gd name="T29" fmla="*/ 2490 h 2646"/>
                <a:gd name="T30" fmla="*/ 1584 w 2038"/>
                <a:gd name="T31" fmla="*/ 2406 h 2646"/>
                <a:gd name="T32" fmla="*/ 1675 w 2038"/>
                <a:gd name="T33" fmla="*/ 2393 h 2646"/>
                <a:gd name="T34" fmla="*/ 1791 w 2038"/>
                <a:gd name="T35" fmla="*/ 2451 h 2646"/>
                <a:gd name="T36" fmla="*/ 1901 w 2038"/>
                <a:gd name="T37" fmla="*/ 2464 h 2646"/>
                <a:gd name="T38" fmla="*/ 1934 w 2038"/>
                <a:gd name="T39" fmla="*/ 2367 h 2646"/>
                <a:gd name="T40" fmla="*/ 2037 w 2038"/>
                <a:gd name="T41" fmla="*/ 2212 h 2646"/>
                <a:gd name="T42" fmla="*/ 1998 w 2038"/>
                <a:gd name="T43" fmla="*/ 2147 h 2646"/>
                <a:gd name="T44" fmla="*/ 1895 w 2038"/>
                <a:gd name="T45" fmla="*/ 2108 h 2646"/>
                <a:gd name="T46" fmla="*/ 1824 w 2038"/>
                <a:gd name="T47" fmla="*/ 2057 h 2646"/>
                <a:gd name="T48" fmla="*/ 1798 w 2038"/>
                <a:gd name="T49" fmla="*/ 1927 h 2646"/>
                <a:gd name="T50" fmla="*/ 1727 w 2038"/>
                <a:gd name="T51" fmla="*/ 1656 h 2646"/>
                <a:gd name="T52" fmla="*/ 1669 w 2038"/>
                <a:gd name="T53" fmla="*/ 1578 h 2646"/>
                <a:gd name="T54" fmla="*/ 1688 w 2038"/>
                <a:gd name="T55" fmla="*/ 1332 h 2646"/>
                <a:gd name="T56" fmla="*/ 1630 w 2038"/>
                <a:gd name="T57" fmla="*/ 1242 h 2646"/>
                <a:gd name="T58" fmla="*/ 1610 w 2038"/>
                <a:gd name="T59" fmla="*/ 1125 h 2646"/>
                <a:gd name="T60" fmla="*/ 1623 w 2038"/>
                <a:gd name="T61" fmla="*/ 925 h 2646"/>
                <a:gd name="T62" fmla="*/ 1649 w 2038"/>
                <a:gd name="T63" fmla="*/ 809 h 2646"/>
                <a:gd name="T64" fmla="*/ 1817 w 2038"/>
                <a:gd name="T65" fmla="*/ 653 h 2646"/>
                <a:gd name="T66" fmla="*/ 1850 w 2038"/>
                <a:gd name="T67" fmla="*/ 589 h 2646"/>
                <a:gd name="T68" fmla="*/ 1817 w 2038"/>
                <a:gd name="T69" fmla="*/ 569 h 2646"/>
                <a:gd name="T70" fmla="*/ 1681 w 2038"/>
                <a:gd name="T71" fmla="*/ 285 h 2646"/>
                <a:gd name="T72" fmla="*/ 1558 w 2038"/>
                <a:gd name="T73" fmla="*/ 117 h 2646"/>
                <a:gd name="T74" fmla="*/ 1520 w 2038"/>
                <a:gd name="T75" fmla="*/ 39 h 2646"/>
                <a:gd name="T76" fmla="*/ 1455 w 2038"/>
                <a:gd name="T77" fmla="*/ 13 h 2646"/>
                <a:gd name="T78" fmla="*/ 1177 w 2038"/>
                <a:gd name="T79" fmla="*/ 0 h 2646"/>
                <a:gd name="T80" fmla="*/ 1119 w 2038"/>
                <a:gd name="T81" fmla="*/ 201 h 2646"/>
                <a:gd name="T82" fmla="*/ 867 w 2038"/>
                <a:gd name="T83" fmla="*/ 517 h 2646"/>
                <a:gd name="T84" fmla="*/ 718 w 2038"/>
                <a:gd name="T85" fmla="*/ 763 h 2646"/>
                <a:gd name="T86" fmla="*/ 498 w 2038"/>
                <a:gd name="T87" fmla="*/ 705 h 2646"/>
                <a:gd name="T88" fmla="*/ 530 w 2038"/>
                <a:gd name="T89" fmla="*/ 783 h 2646"/>
                <a:gd name="T90" fmla="*/ 491 w 2038"/>
                <a:gd name="T91" fmla="*/ 944 h 2646"/>
                <a:gd name="T92" fmla="*/ 517 w 2038"/>
                <a:gd name="T93" fmla="*/ 1080 h 2646"/>
                <a:gd name="T94" fmla="*/ 582 w 2038"/>
                <a:gd name="T95" fmla="*/ 1119 h 2646"/>
                <a:gd name="T96" fmla="*/ 608 w 2038"/>
                <a:gd name="T97" fmla="*/ 1319 h 2646"/>
                <a:gd name="T98" fmla="*/ 420 w 2038"/>
                <a:gd name="T99" fmla="*/ 1365 h 2646"/>
                <a:gd name="T100" fmla="*/ 362 w 2038"/>
                <a:gd name="T101" fmla="*/ 1455 h 2646"/>
                <a:gd name="T102" fmla="*/ 291 w 2038"/>
                <a:gd name="T103" fmla="*/ 1513 h 2646"/>
                <a:gd name="T104" fmla="*/ 194 w 2038"/>
                <a:gd name="T105" fmla="*/ 1798 h 2646"/>
                <a:gd name="T106" fmla="*/ 136 w 2038"/>
                <a:gd name="T107" fmla="*/ 1979 h 2646"/>
                <a:gd name="T108" fmla="*/ 142 w 2038"/>
                <a:gd name="T109" fmla="*/ 2095 h 2646"/>
                <a:gd name="T110" fmla="*/ 97 w 2038"/>
                <a:gd name="T111" fmla="*/ 2180 h 2646"/>
                <a:gd name="T112" fmla="*/ 91 w 2038"/>
                <a:gd name="T113" fmla="*/ 2231 h 2646"/>
                <a:gd name="T114" fmla="*/ 84 w 2038"/>
                <a:gd name="T115" fmla="*/ 2270 h 2646"/>
                <a:gd name="T116" fmla="*/ 32 w 2038"/>
                <a:gd name="T117" fmla="*/ 2393 h 2646"/>
                <a:gd name="T118" fmla="*/ 0 w 2038"/>
                <a:gd name="T119" fmla="*/ 2503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38" h="2646">
                  <a:moveTo>
                    <a:pt x="19" y="2561"/>
                  </a:moveTo>
                  <a:lnTo>
                    <a:pt x="19" y="2561"/>
                  </a:lnTo>
                  <a:cubicBezTo>
                    <a:pt x="26" y="2561"/>
                    <a:pt x="32" y="2548"/>
                    <a:pt x="39" y="2548"/>
                  </a:cubicBezTo>
                  <a:cubicBezTo>
                    <a:pt x="52" y="2548"/>
                    <a:pt x="58" y="2568"/>
                    <a:pt x="71" y="2574"/>
                  </a:cubicBezTo>
                  <a:cubicBezTo>
                    <a:pt x="103" y="2593"/>
                    <a:pt x="123" y="2613"/>
                    <a:pt x="162" y="2613"/>
                  </a:cubicBezTo>
                  <a:cubicBezTo>
                    <a:pt x="194" y="2613"/>
                    <a:pt x="207" y="2574"/>
                    <a:pt x="246" y="2574"/>
                  </a:cubicBezTo>
                  <a:cubicBezTo>
                    <a:pt x="297" y="2574"/>
                    <a:pt x="323" y="2600"/>
                    <a:pt x="368" y="2626"/>
                  </a:cubicBezTo>
                  <a:cubicBezTo>
                    <a:pt x="382" y="2632"/>
                    <a:pt x="388" y="2645"/>
                    <a:pt x="401" y="2645"/>
                  </a:cubicBezTo>
                  <a:cubicBezTo>
                    <a:pt x="427" y="2645"/>
                    <a:pt x="433" y="2619"/>
                    <a:pt x="453" y="2606"/>
                  </a:cubicBezTo>
                  <a:cubicBezTo>
                    <a:pt x="466" y="2587"/>
                    <a:pt x="485" y="2587"/>
                    <a:pt x="504" y="2574"/>
                  </a:cubicBezTo>
                  <a:cubicBezTo>
                    <a:pt x="543" y="2561"/>
                    <a:pt x="582" y="2561"/>
                    <a:pt x="608" y="2522"/>
                  </a:cubicBezTo>
                  <a:cubicBezTo>
                    <a:pt x="653" y="2451"/>
                    <a:pt x="640" y="2393"/>
                    <a:pt x="660" y="2309"/>
                  </a:cubicBezTo>
                  <a:cubicBezTo>
                    <a:pt x="666" y="2315"/>
                    <a:pt x="672" y="2309"/>
                    <a:pt x="679" y="2309"/>
                  </a:cubicBezTo>
                  <a:cubicBezTo>
                    <a:pt x="724" y="2348"/>
                    <a:pt x="724" y="2387"/>
                    <a:pt x="770" y="2432"/>
                  </a:cubicBezTo>
                  <a:cubicBezTo>
                    <a:pt x="782" y="2445"/>
                    <a:pt x="802" y="2451"/>
                    <a:pt x="815" y="2471"/>
                  </a:cubicBezTo>
                  <a:cubicBezTo>
                    <a:pt x="821" y="2490"/>
                    <a:pt x="815" y="2509"/>
                    <a:pt x="828" y="2522"/>
                  </a:cubicBezTo>
                  <a:cubicBezTo>
                    <a:pt x="834" y="2535"/>
                    <a:pt x="847" y="2535"/>
                    <a:pt x="860" y="2535"/>
                  </a:cubicBezTo>
                  <a:cubicBezTo>
                    <a:pt x="879" y="2535"/>
                    <a:pt x="879" y="2509"/>
                    <a:pt x="886" y="2490"/>
                  </a:cubicBezTo>
                  <a:cubicBezTo>
                    <a:pt x="892" y="2451"/>
                    <a:pt x="905" y="2432"/>
                    <a:pt x="912" y="2399"/>
                  </a:cubicBezTo>
                  <a:cubicBezTo>
                    <a:pt x="918" y="2380"/>
                    <a:pt x="918" y="2367"/>
                    <a:pt x="931" y="2348"/>
                  </a:cubicBezTo>
                  <a:cubicBezTo>
                    <a:pt x="938" y="2335"/>
                    <a:pt x="944" y="2322"/>
                    <a:pt x="957" y="2322"/>
                  </a:cubicBezTo>
                  <a:cubicBezTo>
                    <a:pt x="989" y="2322"/>
                    <a:pt x="1002" y="2354"/>
                    <a:pt x="1035" y="2354"/>
                  </a:cubicBezTo>
                  <a:cubicBezTo>
                    <a:pt x="1054" y="2354"/>
                    <a:pt x="1061" y="2341"/>
                    <a:pt x="1080" y="2328"/>
                  </a:cubicBezTo>
                  <a:cubicBezTo>
                    <a:pt x="1106" y="2315"/>
                    <a:pt x="1125" y="2309"/>
                    <a:pt x="1158" y="2309"/>
                  </a:cubicBezTo>
                  <a:cubicBezTo>
                    <a:pt x="1164" y="2309"/>
                    <a:pt x="1164" y="2322"/>
                    <a:pt x="1170" y="2328"/>
                  </a:cubicBezTo>
                  <a:cubicBezTo>
                    <a:pt x="1196" y="2348"/>
                    <a:pt x="1196" y="2373"/>
                    <a:pt x="1222" y="2393"/>
                  </a:cubicBezTo>
                  <a:cubicBezTo>
                    <a:pt x="1235" y="2406"/>
                    <a:pt x="1248" y="2406"/>
                    <a:pt x="1261" y="2419"/>
                  </a:cubicBezTo>
                  <a:cubicBezTo>
                    <a:pt x="1274" y="2432"/>
                    <a:pt x="1274" y="2451"/>
                    <a:pt x="1293" y="2464"/>
                  </a:cubicBezTo>
                  <a:cubicBezTo>
                    <a:pt x="1345" y="2496"/>
                    <a:pt x="1390" y="2477"/>
                    <a:pt x="1449" y="2477"/>
                  </a:cubicBezTo>
                  <a:cubicBezTo>
                    <a:pt x="1474" y="2477"/>
                    <a:pt x="1487" y="2490"/>
                    <a:pt x="1520" y="2490"/>
                  </a:cubicBezTo>
                  <a:cubicBezTo>
                    <a:pt x="1533" y="2490"/>
                    <a:pt x="1533" y="2471"/>
                    <a:pt x="1539" y="2458"/>
                  </a:cubicBezTo>
                  <a:cubicBezTo>
                    <a:pt x="1546" y="2432"/>
                    <a:pt x="1558" y="2412"/>
                    <a:pt x="1584" y="2406"/>
                  </a:cubicBezTo>
                  <a:cubicBezTo>
                    <a:pt x="1604" y="2406"/>
                    <a:pt x="1617" y="2406"/>
                    <a:pt x="1636" y="2406"/>
                  </a:cubicBezTo>
                  <a:cubicBezTo>
                    <a:pt x="1649" y="2399"/>
                    <a:pt x="1662" y="2393"/>
                    <a:pt x="1675" y="2393"/>
                  </a:cubicBezTo>
                  <a:cubicBezTo>
                    <a:pt x="1694" y="2393"/>
                    <a:pt x="1694" y="2419"/>
                    <a:pt x="1720" y="2432"/>
                  </a:cubicBezTo>
                  <a:cubicBezTo>
                    <a:pt x="1740" y="2445"/>
                    <a:pt x="1759" y="2451"/>
                    <a:pt x="1791" y="2451"/>
                  </a:cubicBezTo>
                  <a:cubicBezTo>
                    <a:pt x="1811" y="2451"/>
                    <a:pt x="1824" y="2445"/>
                    <a:pt x="1850" y="2445"/>
                  </a:cubicBezTo>
                  <a:cubicBezTo>
                    <a:pt x="1869" y="2445"/>
                    <a:pt x="1882" y="2464"/>
                    <a:pt x="1901" y="2464"/>
                  </a:cubicBezTo>
                  <a:cubicBezTo>
                    <a:pt x="1934" y="2464"/>
                    <a:pt x="1934" y="2464"/>
                    <a:pt x="1934" y="2464"/>
                  </a:cubicBezTo>
                  <a:cubicBezTo>
                    <a:pt x="1934" y="2367"/>
                    <a:pt x="1934" y="2367"/>
                    <a:pt x="1934" y="2367"/>
                  </a:cubicBezTo>
                  <a:cubicBezTo>
                    <a:pt x="1934" y="2335"/>
                    <a:pt x="1947" y="2315"/>
                    <a:pt x="1960" y="2296"/>
                  </a:cubicBezTo>
                  <a:cubicBezTo>
                    <a:pt x="1985" y="2257"/>
                    <a:pt x="1998" y="2238"/>
                    <a:pt x="2037" y="2212"/>
                  </a:cubicBezTo>
                  <a:lnTo>
                    <a:pt x="2037" y="2212"/>
                  </a:lnTo>
                  <a:cubicBezTo>
                    <a:pt x="2024" y="2186"/>
                    <a:pt x="2018" y="2167"/>
                    <a:pt x="1998" y="2147"/>
                  </a:cubicBezTo>
                  <a:cubicBezTo>
                    <a:pt x="1992" y="2141"/>
                    <a:pt x="1992" y="2134"/>
                    <a:pt x="1985" y="2128"/>
                  </a:cubicBezTo>
                  <a:cubicBezTo>
                    <a:pt x="1953" y="2115"/>
                    <a:pt x="1927" y="2121"/>
                    <a:pt x="1895" y="2108"/>
                  </a:cubicBezTo>
                  <a:cubicBezTo>
                    <a:pt x="1882" y="2102"/>
                    <a:pt x="1876" y="2089"/>
                    <a:pt x="1862" y="2083"/>
                  </a:cubicBezTo>
                  <a:cubicBezTo>
                    <a:pt x="1850" y="2069"/>
                    <a:pt x="1837" y="2069"/>
                    <a:pt x="1824" y="2057"/>
                  </a:cubicBezTo>
                  <a:cubicBezTo>
                    <a:pt x="1811" y="2031"/>
                    <a:pt x="1817" y="2011"/>
                    <a:pt x="1811" y="1985"/>
                  </a:cubicBezTo>
                  <a:cubicBezTo>
                    <a:pt x="1811" y="1966"/>
                    <a:pt x="1798" y="1953"/>
                    <a:pt x="1798" y="1927"/>
                  </a:cubicBezTo>
                  <a:cubicBezTo>
                    <a:pt x="1798" y="1772"/>
                    <a:pt x="1798" y="1772"/>
                    <a:pt x="1798" y="1772"/>
                  </a:cubicBezTo>
                  <a:cubicBezTo>
                    <a:pt x="1798" y="1720"/>
                    <a:pt x="1772" y="1681"/>
                    <a:pt x="1727" y="1656"/>
                  </a:cubicBezTo>
                  <a:cubicBezTo>
                    <a:pt x="1701" y="1636"/>
                    <a:pt x="1669" y="1630"/>
                    <a:pt x="1669" y="1604"/>
                  </a:cubicBezTo>
                  <a:cubicBezTo>
                    <a:pt x="1669" y="1578"/>
                    <a:pt x="1669" y="1578"/>
                    <a:pt x="1669" y="1578"/>
                  </a:cubicBezTo>
                  <a:cubicBezTo>
                    <a:pt x="1669" y="1500"/>
                    <a:pt x="1675" y="1462"/>
                    <a:pt x="1675" y="1384"/>
                  </a:cubicBezTo>
                  <a:cubicBezTo>
                    <a:pt x="1688" y="1332"/>
                    <a:pt x="1688" y="1332"/>
                    <a:pt x="1688" y="1332"/>
                  </a:cubicBezTo>
                  <a:cubicBezTo>
                    <a:pt x="1681" y="1319"/>
                    <a:pt x="1681" y="1307"/>
                    <a:pt x="1675" y="1300"/>
                  </a:cubicBezTo>
                  <a:cubicBezTo>
                    <a:pt x="1662" y="1274"/>
                    <a:pt x="1630" y="1268"/>
                    <a:pt x="1630" y="1242"/>
                  </a:cubicBezTo>
                  <a:cubicBezTo>
                    <a:pt x="1630" y="1216"/>
                    <a:pt x="1636" y="1197"/>
                    <a:pt x="1630" y="1171"/>
                  </a:cubicBezTo>
                  <a:cubicBezTo>
                    <a:pt x="1623" y="1151"/>
                    <a:pt x="1610" y="1145"/>
                    <a:pt x="1610" y="1125"/>
                  </a:cubicBezTo>
                  <a:cubicBezTo>
                    <a:pt x="1610" y="1087"/>
                    <a:pt x="1643" y="1074"/>
                    <a:pt x="1643" y="1035"/>
                  </a:cubicBezTo>
                  <a:cubicBezTo>
                    <a:pt x="1643" y="990"/>
                    <a:pt x="1643" y="964"/>
                    <a:pt x="1623" y="925"/>
                  </a:cubicBezTo>
                  <a:cubicBezTo>
                    <a:pt x="1617" y="905"/>
                    <a:pt x="1597" y="899"/>
                    <a:pt x="1597" y="873"/>
                  </a:cubicBezTo>
                  <a:cubicBezTo>
                    <a:pt x="1597" y="841"/>
                    <a:pt x="1623" y="834"/>
                    <a:pt x="1649" y="809"/>
                  </a:cubicBezTo>
                  <a:cubicBezTo>
                    <a:pt x="1675" y="783"/>
                    <a:pt x="1701" y="776"/>
                    <a:pt x="1733" y="757"/>
                  </a:cubicBezTo>
                  <a:cubicBezTo>
                    <a:pt x="1778" y="731"/>
                    <a:pt x="1791" y="692"/>
                    <a:pt x="1817" y="653"/>
                  </a:cubicBezTo>
                  <a:cubicBezTo>
                    <a:pt x="1824" y="647"/>
                    <a:pt x="1830" y="647"/>
                    <a:pt x="1837" y="640"/>
                  </a:cubicBezTo>
                  <a:cubicBezTo>
                    <a:pt x="1843" y="627"/>
                    <a:pt x="1843" y="615"/>
                    <a:pt x="1850" y="589"/>
                  </a:cubicBezTo>
                  <a:lnTo>
                    <a:pt x="1850" y="589"/>
                  </a:lnTo>
                  <a:cubicBezTo>
                    <a:pt x="1837" y="582"/>
                    <a:pt x="1824" y="576"/>
                    <a:pt x="1817" y="569"/>
                  </a:cubicBezTo>
                  <a:cubicBezTo>
                    <a:pt x="1785" y="537"/>
                    <a:pt x="1778" y="511"/>
                    <a:pt x="1759" y="472"/>
                  </a:cubicBezTo>
                  <a:cubicBezTo>
                    <a:pt x="1727" y="401"/>
                    <a:pt x="1707" y="356"/>
                    <a:pt x="1681" y="285"/>
                  </a:cubicBezTo>
                  <a:cubicBezTo>
                    <a:pt x="1662" y="240"/>
                    <a:pt x="1630" y="227"/>
                    <a:pt x="1604" y="181"/>
                  </a:cubicBezTo>
                  <a:cubicBezTo>
                    <a:pt x="1584" y="155"/>
                    <a:pt x="1591" y="117"/>
                    <a:pt x="1558" y="117"/>
                  </a:cubicBezTo>
                  <a:cubicBezTo>
                    <a:pt x="1507" y="117"/>
                    <a:pt x="1494" y="168"/>
                    <a:pt x="1442" y="181"/>
                  </a:cubicBezTo>
                  <a:cubicBezTo>
                    <a:pt x="1462" y="123"/>
                    <a:pt x="1487" y="91"/>
                    <a:pt x="1520" y="39"/>
                  </a:cubicBezTo>
                  <a:cubicBezTo>
                    <a:pt x="1513" y="26"/>
                    <a:pt x="1513" y="26"/>
                    <a:pt x="1513" y="26"/>
                  </a:cubicBezTo>
                  <a:cubicBezTo>
                    <a:pt x="1487" y="26"/>
                    <a:pt x="1474" y="26"/>
                    <a:pt x="1455" y="13"/>
                  </a:cubicBezTo>
                  <a:cubicBezTo>
                    <a:pt x="1416" y="45"/>
                    <a:pt x="1397" y="78"/>
                    <a:pt x="1345" y="78"/>
                  </a:cubicBezTo>
                  <a:cubicBezTo>
                    <a:pt x="1274" y="78"/>
                    <a:pt x="1229" y="45"/>
                    <a:pt x="1177" y="0"/>
                  </a:cubicBezTo>
                  <a:lnTo>
                    <a:pt x="1177" y="0"/>
                  </a:lnTo>
                  <a:cubicBezTo>
                    <a:pt x="1145" y="71"/>
                    <a:pt x="1164" y="142"/>
                    <a:pt x="1119" y="201"/>
                  </a:cubicBezTo>
                  <a:cubicBezTo>
                    <a:pt x="1086" y="240"/>
                    <a:pt x="1054" y="246"/>
                    <a:pt x="1015" y="272"/>
                  </a:cubicBezTo>
                  <a:cubicBezTo>
                    <a:pt x="918" y="336"/>
                    <a:pt x="892" y="414"/>
                    <a:pt x="867" y="517"/>
                  </a:cubicBezTo>
                  <a:cubicBezTo>
                    <a:pt x="873" y="576"/>
                    <a:pt x="873" y="621"/>
                    <a:pt x="841" y="660"/>
                  </a:cubicBezTo>
                  <a:cubicBezTo>
                    <a:pt x="795" y="705"/>
                    <a:pt x="744" y="705"/>
                    <a:pt x="718" y="763"/>
                  </a:cubicBezTo>
                  <a:cubicBezTo>
                    <a:pt x="653" y="731"/>
                    <a:pt x="634" y="660"/>
                    <a:pt x="563" y="660"/>
                  </a:cubicBezTo>
                  <a:cubicBezTo>
                    <a:pt x="537" y="660"/>
                    <a:pt x="524" y="686"/>
                    <a:pt x="498" y="705"/>
                  </a:cubicBezTo>
                  <a:lnTo>
                    <a:pt x="498" y="705"/>
                  </a:lnTo>
                  <a:cubicBezTo>
                    <a:pt x="498" y="737"/>
                    <a:pt x="530" y="750"/>
                    <a:pt x="530" y="783"/>
                  </a:cubicBezTo>
                  <a:cubicBezTo>
                    <a:pt x="530" y="834"/>
                    <a:pt x="524" y="860"/>
                    <a:pt x="504" y="905"/>
                  </a:cubicBezTo>
                  <a:cubicBezTo>
                    <a:pt x="504" y="919"/>
                    <a:pt x="491" y="925"/>
                    <a:pt x="491" y="944"/>
                  </a:cubicBezTo>
                  <a:cubicBezTo>
                    <a:pt x="491" y="964"/>
                    <a:pt x="511" y="970"/>
                    <a:pt x="511" y="996"/>
                  </a:cubicBezTo>
                  <a:cubicBezTo>
                    <a:pt x="517" y="1028"/>
                    <a:pt x="491" y="1054"/>
                    <a:pt x="517" y="1080"/>
                  </a:cubicBezTo>
                  <a:cubicBezTo>
                    <a:pt x="530" y="1100"/>
                    <a:pt x="550" y="1093"/>
                    <a:pt x="569" y="1100"/>
                  </a:cubicBezTo>
                  <a:cubicBezTo>
                    <a:pt x="575" y="1106"/>
                    <a:pt x="575" y="1112"/>
                    <a:pt x="582" y="1119"/>
                  </a:cubicBezTo>
                  <a:cubicBezTo>
                    <a:pt x="601" y="1138"/>
                    <a:pt x="608" y="1158"/>
                    <a:pt x="608" y="1190"/>
                  </a:cubicBezTo>
                  <a:cubicBezTo>
                    <a:pt x="608" y="1319"/>
                    <a:pt x="608" y="1319"/>
                    <a:pt x="608" y="1319"/>
                  </a:cubicBezTo>
                  <a:cubicBezTo>
                    <a:pt x="608" y="1365"/>
                    <a:pt x="569" y="1384"/>
                    <a:pt x="524" y="1384"/>
                  </a:cubicBezTo>
                  <a:cubicBezTo>
                    <a:pt x="485" y="1384"/>
                    <a:pt x="459" y="1365"/>
                    <a:pt x="420" y="1365"/>
                  </a:cubicBezTo>
                  <a:cubicBezTo>
                    <a:pt x="407" y="1365"/>
                    <a:pt x="407" y="1391"/>
                    <a:pt x="401" y="1404"/>
                  </a:cubicBezTo>
                  <a:cubicBezTo>
                    <a:pt x="388" y="1423"/>
                    <a:pt x="382" y="1442"/>
                    <a:pt x="362" y="1455"/>
                  </a:cubicBezTo>
                  <a:cubicBezTo>
                    <a:pt x="343" y="1475"/>
                    <a:pt x="317" y="1475"/>
                    <a:pt x="297" y="1494"/>
                  </a:cubicBezTo>
                  <a:cubicBezTo>
                    <a:pt x="291" y="1500"/>
                    <a:pt x="291" y="1507"/>
                    <a:pt x="291" y="1513"/>
                  </a:cubicBezTo>
                  <a:cubicBezTo>
                    <a:pt x="259" y="1578"/>
                    <a:pt x="252" y="1610"/>
                    <a:pt x="226" y="1675"/>
                  </a:cubicBezTo>
                  <a:cubicBezTo>
                    <a:pt x="213" y="1720"/>
                    <a:pt x="200" y="1753"/>
                    <a:pt x="194" y="1798"/>
                  </a:cubicBezTo>
                  <a:cubicBezTo>
                    <a:pt x="194" y="1811"/>
                    <a:pt x="194" y="1824"/>
                    <a:pt x="187" y="1830"/>
                  </a:cubicBezTo>
                  <a:cubicBezTo>
                    <a:pt x="168" y="1895"/>
                    <a:pt x="136" y="1921"/>
                    <a:pt x="136" y="1979"/>
                  </a:cubicBezTo>
                  <a:cubicBezTo>
                    <a:pt x="136" y="2011"/>
                    <a:pt x="162" y="2024"/>
                    <a:pt x="162" y="2050"/>
                  </a:cubicBezTo>
                  <a:cubicBezTo>
                    <a:pt x="162" y="2069"/>
                    <a:pt x="149" y="2076"/>
                    <a:pt x="142" y="2095"/>
                  </a:cubicBezTo>
                  <a:cubicBezTo>
                    <a:pt x="136" y="2115"/>
                    <a:pt x="136" y="2128"/>
                    <a:pt x="123" y="2147"/>
                  </a:cubicBezTo>
                  <a:cubicBezTo>
                    <a:pt x="116" y="2160"/>
                    <a:pt x="110" y="2167"/>
                    <a:pt x="97" y="2180"/>
                  </a:cubicBezTo>
                  <a:cubicBezTo>
                    <a:pt x="97" y="2180"/>
                    <a:pt x="84" y="2180"/>
                    <a:pt x="84" y="2192"/>
                  </a:cubicBezTo>
                  <a:cubicBezTo>
                    <a:pt x="84" y="2205"/>
                    <a:pt x="91" y="2218"/>
                    <a:pt x="91" y="2231"/>
                  </a:cubicBezTo>
                  <a:cubicBezTo>
                    <a:pt x="91" y="2238"/>
                    <a:pt x="84" y="2238"/>
                    <a:pt x="84" y="2244"/>
                  </a:cubicBezTo>
                  <a:cubicBezTo>
                    <a:pt x="84" y="2251"/>
                    <a:pt x="91" y="2257"/>
                    <a:pt x="84" y="2270"/>
                  </a:cubicBezTo>
                  <a:cubicBezTo>
                    <a:pt x="77" y="2289"/>
                    <a:pt x="58" y="2296"/>
                    <a:pt x="39" y="2315"/>
                  </a:cubicBezTo>
                  <a:cubicBezTo>
                    <a:pt x="26" y="2341"/>
                    <a:pt x="32" y="2361"/>
                    <a:pt x="32" y="2393"/>
                  </a:cubicBezTo>
                  <a:cubicBezTo>
                    <a:pt x="32" y="2419"/>
                    <a:pt x="32" y="2438"/>
                    <a:pt x="19" y="2458"/>
                  </a:cubicBezTo>
                  <a:cubicBezTo>
                    <a:pt x="13" y="2477"/>
                    <a:pt x="0" y="2483"/>
                    <a:pt x="0" y="2503"/>
                  </a:cubicBezTo>
                  <a:cubicBezTo>
                    <a:pt x="0" y="2529"/>
                    <a:pt x="13" y="2535"/>
                    <a:pt x="19" y="2561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 dirty="0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41FC786A-9094-9683-0879-0B6C46918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286" y="2934635"/>
              <a:ext cx="767050" cy="768545"/>
            </a:xfrm>
            <a:custGeom>
              <a:avLst/>
              <a:gdLst>
                <a:gd name="T0" fmla="*/ 7 w 2342"/>
                <a:gd name="T1" fmla="*/ 181 h 2348"/>
                <a:gd name="T2" fmla="*/ 123 w 2342"/>
                <a:gd name="T3" fmla="*/ 200 h 2348"/>
                <a:gd name="T4" fmla="*/ 207 w 2342"/>
                <a:gd name="T5" fmla="*/ 187 h 2348"/>
                <a:gd name="T6" fmla="*/ 304 w 2342"/>
                <a:gd name="T7" fmla="*/ 136 h 2348"/>
                <a:gd name="T8" fmla="*/ 362 w 2342"/>
                <a:gd name="T9" fmla="*/ 200 h 2348"/>
                <a:gd name="T10" fmla="*/ 401 w 2342"/>
                <a:gd name="T11" fmla="*/ 343 h 2348"/>
                <a:gd name="T12" fmla="*/ 382 w 2342"/>
                <a:gd name="T13" fmla="*/ 349 h 2348"/>
                <a:gd name="T14" fmla="*/ 272 w 2342"/>
                <a:gd name="T15" fmla="*/ 323 h 2348"/>
                <a:gd name="T16" fmla="*/ 123 w 2342"/>
                <a:gd name="T17" fmla="*/ 414 h 2348"/>
                <a:gd name="T18" fmla="*/ 123 w 2342"/>
                <a:gd name="T19" fmla="*/ 381 h 2348"/>
                <a:gd name="T20" fmla="*/ 0 w 2342"/>
                <a:gd name="T21" fmla="*/ 291 h 2348"/>
                <a:gd name="T22" fmla="*/ 13 w 2342"/>
                <a:gd name="T23" fmla="*/ 213 h 2348"/>
                <a:gd name="T24" fmla="*/ 272 w 2342"/>
                <a:gd name="T25" fmla="*/ 459 h 2348"/>
                <a:gd name="T26" fmla="*/ 259 w 2342"/>
                <a:gd name="T27" fmla="*/ 433 h 2348"/>
                <a:gd name="T28" fmla="*/ 233 w 2342"/>
                <a:gd name="T29" fmla="*/ 478 h 2348"/>
                <a:gd name="T30" fmla="*/ 233 w 2342"/>
                <a:gd name="T31" fmla="*/ 537 h 2348"/>
                <a:gd name="T32" fmla="*/ 272 w 2342"/>
                <a:gd name="T33" fmla="*/ 459 h 2348"/>
                <a:gd name="T34" fmla="*/ 860 w 2342"/>
                <a:gd name="T35" fmla="*/ 440 h 2348"/>
                <a:gd name="T36" fmla="*/ 970 w 2342"/>
                <a:gd name="T37" fmla="*/ 614 h 2348"/>
                <a:gd name="T38" fmla="*/ 1158 w 2342"/>
                <a:gd name="T39" fmla="*/ 1190 h 2348"/>
                <a:gd name="T40" fmla="*/ 1119 w 2342"/>
                <a:gd name="T41" fmla="*/ 1403 h 2348"/>
                <a:gd name="T42" fmla="*/ 1138 w 2342"/>
                <a:gd name="T43" fmla="*/ 1545 h 2348"/>
                <a:gd name="T44" fmla="*/ 1248 w 2342"/>
                <a:gd name="T45" fmla="*/ 1552 h 2348"/>
                <a:gd name="T46" fmla="*/ 1391 w 2342"/>
                <a:gd name="T47" fmla="*/ 1642 h 2348"/>
                <a:gd name="T48" fmla="*/ 1423 w 2342"/>
                <a:gd name="T49" fmla="*/ 2063 h 2348"/>
                <a:gd name="T50" fmla="*/ 1423 w 2342"/>
                <a:gd name="T51" fmla="*/ 2257 h 2348"/>
                <a:gd name="T52" fmla="*/ 1332 w 2342"/>
                <a:gd name="T53" fmla="*/ 2257 h 2348"/>
                <a:gd name="T54" fmla="*/ 1442 w 2342"/>
                <a:gd name="T55" fmla="*/ 2347 h 2348"/>
                <a:gd name="T56" fmla="*/ 1500 w 2342"/>
                <a:gd name="T57" fmla="*/ 2270 h 2348"/>
                <a:gd name="T58" fmla="*/ 1675 w 2342"/>
                <a:gd name="T59" fmla="*/ 2063 h 2348"/>
                <a:gd name="T60" fmla="*/ 1779 w 2342"/>
                <a:gd name="T61" fmla="*/ 1966 h 2348"/>
                <a:gd name="T62" fmla="*/ 1908 w 2342"/>
                <a:gd name="T63" fmla="*/ 1882 h 2348"/>
                <a:gd name="T64" fmla="*/ 1895 w 2342"/>
                <a:gd name="T65" fmla="*/ 1804 h 2348"/>
                <a:gd name="T66" fmla="*/ 1908 w 2342"/>
                <a:gd name="T67" fmla="*/ 1714 h 2348"/>
                <a:gd name="T68" fmla="*/ 1979 w 2342"/>
                <a:gd name="T69" fmla="*/ 1675 h 2348"/>
                <a:gd name="T70" fmla="*/ 2031 w 2342"/>
                <a:gd name="T71" fmla="*/ 1545 h 2348"/>
                <a:gd name="T72" fmla="*/ 2089 w 2342"/>
                <a:gd name="T73" fmla="*/ 1390 h 2348"/>
                <a:gd name="T74" fmla="*/ 2063 w 2342"/>
                <a:gd name="T75" fmla="*/ 1287 h 2348"/>
                <a:gd name="T76" fmla="*/ 2134 w 2342"/>
                <a:gd name="T77" fmla="*/ 1216 h 2348"/>
                <a:gd name="T78" fmla="*/ 2095 w 2342"/>
                <a:gd name="T79" fmla="*/ 1190 h 2348"/>
                <a:gd name="T80" fmla="*/ 2180 w 2342"/>
                <a:gd name="T81" fmla="*/ 996 h 2348"/>
                <a:gd name="T82" fmla="*/ 2322 w 2342"/>
                <a:gd name="T83" fmla="*/ 808 h 2348"/>
                <a:gd name="T84" fmla="*/ 2335 w 2342"/>
                <a:gd name="T85" fmla="*/ 595 h 2348"/>
                <a:gd name="T86" fmla="*/ 2270 w 2342"/>
                <a:gd name="T87" fmla="*/ 459 h 2348"/>
                <a:gd name="T88" fmla="*/ 2128 w 2342"/>
                <a:gd name="T89" fmla="*/ 446 h 2348"/>
                <a:gd name="T90" fmla="*/ 1908 w 2342"/>
                <a:gd name="T91" fmla="*/ 401 h 2348"/>
                <a:gd name="T92" fmla="*/ 1766 w 2342"/>
                <a:gd name="T93" fmla="*/ 155 h 2348"/>
                <a:gd name="T94" fmla="*/ 1539 w 2342"/>
                <a:gd name="T95" fmla="*/ 116 h 2348"/>
                <a:gd name="T96" fmla="*/ 1248 w 2342"/>
                <a:gd name="T97" fmla="*/ 13 h 2348"/>
                <a:gd name="T98" fmla="*/ 1158 w 2342"/>
                <a:gd name="T99" fmla="*/ 0 h 2348"/>
                <a:gd name="T100" fmla="*/ 1100 w 2342"/>
                <a:gd name="T101" fmla="*/ 77 h 2348"/>
                <a:gd name="T102" fmla="*/ 1009 w 2342"/>
                <a:gd name="T103" fmla="*/ 252 h 2348"/>
                <a:gd name="T104" fmla="*/ 860 w 2342"/>
                <a:gd name="T105" fmla="*/ 440 h 2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42" h="2348">
                  <a:moveTo>
                    <a:pt x="7" y="181"/>
                  </a:moveTo>
                  <a:lnTo>
                    <a:pt x="7" y="181"/>
                  </a:lnTo>
                  <a:cubicBezTo>
                    <a:pt x="78" y="181"/>
                    <a:pt x="78" y="181"/>
                    <a:pt x="78" y="181"/>
                  </a:cubicBezTo>
                  <a:cubicBezTo>
                    <a:pt x="97" y="181"/>
                    <a:pt x="103" y="200"/>
                    <a:pt x="123" y="200"/>
                  </a:cubicBezTo>
                  <a:cubicBezTo>
                    <a:pt x="136" y="200"/>
                    <a:pt x="142" y="187"/>
                    <a:pt x="155" y="187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33" y="194"/>
                    <a:pt x="233" y="194"/>
                    <a:pt x="233" y="194"/>
                  </a:cubicBezTo>
                  <a:cubicBezTo>
                    <a:pt x="265" y="181"/>
                    <a:pt x="265" y="136"/>
                    <a:pt x="304" y="136"/>
                  </a:cubicBezTo>
                  <a:cubicBezTo>
                    <a:pt x="317" y="136"/>
                    <a:pt x="310" y="168"/>
                    <a:pt x="317" y="181"/>
                  </a:cubicBezTo>
                  <a:cubicBezTo>
                    <a:pt x="330" y="194"/>
                    <a:pt x="349" y="187"/>
                    <a:pt x="362" y="200"/>
                  </a:cubicBezTo>
                  <a:cubicBezTo>
                    <a:pt x="382" y="220"/>
                    <a:pt x="375" y="239"/>
                    <a:pt x="382" y="265"/>
                  </a:cubicBezTo>
                  <a:cubicBezTo>
                    <a:pt x="382" y="297"/>
                    <a:pt x="401" y="310"/>
                    <a:pt x="401" y="343"/>
                  </a:cubicBezTo>
                  <a:cubicBezTo>
                    <a:pt x="401" y="362"/>
                    <a:pt x="401" y="362"/>
                    <a:pt x="401" y="362"/>
                  </a:cubicBezTo>
                  <a:cubicBezTo>
                    <a:pt x="395" y="355"/>
                    <a:pt x="395" y="349"/>
                    <a:pt x="382" y="349"/>
                  </a:cubicBezTo>
                  <a:cubicBezTo>
                    <a:pt x="349" y="349"/>
                    <a:pt x="343" y="375"/>
                    <a:pt x="310" y="388"/>
                  </a:cubicBezTo>
                  <a:cubicBezTo>
                    <a:pt x="310" y="355"/>
                    <a:pt x="304" y="323"/>
                    <a:pt x="272" y="323"/>
                  </a:cubicBezTo>
                  <a:cubicBezTo>
                    <a:pt x="246" y="323"/>
                    <a:pt x="246" y="355"/>
                    <a:pt x="220" y="375"/>
                  </a:cubicBezTo>
                  <a:cubicBezTo>
                    <a:pt x="188" y="401"/>
                    <a:pt x="155" y="394"/>
                    <a:pt x="123" y="414"/>
                  </a:cubicBezTo>
                  <a:cubicBezTo>
                    <a:pt x="110" y="414"/>
                    <a:pt x="110" y="414"/>
                    <a:pt x="110" y="414"/>
                  </a:cubicBezTo>
                  <a:cubicBezTo>
                    <a:pt x="117" y="401"/>
                    <a:pt x="123" y="394"/>
                    <a:pt x="123" y="381"/>
                  </a:cubicBezTo>
                  <a:cubicBezTo>
                    <a:pt x="123" y="304"/>
                    <a:pt x="123" y="304"/>
                    <a:pt x="123" y="304"/>
                  </a:cubicBezTo>
                  <a:cubicBezTo>
                    <a:pt x="78" y="291"/>
                    <a:pt x="52" y="291"/>
                    <a:pt x="0" y="291"/>
                  </a:cubicBezTo>
                  <a:cubicBezTo>
                    <a:pt x="0" y="284"/>
                    <a:pt x="0" y="284"/>
                    <a:pt x="0" y="278"/>
                  </a:cubicBezTo>
                  <a:cubicBezTo>
                    <a:pt x="0" y="252"/>
                    <a:pt x="13" y="239"/>
                    <a:pt x="13" y="213"/>
                  </a:cubicBezTo>
                  <a:cubicBezTo>
                    <a:pt x="13" y="200"/>
                    <a:pt x="13" y="194"/>
                    <a:pt x="7" y="181"/>
                  </a:cubicBezTo>
                  <a:close/>
                  <a:moveTo>
                    <a:pt x="272" y="459"/>
                  </a:moveTo>
                  <a:lnTo>
                    <a:pt x="272" y="459"/>
                  </a:lnTo>
                  <a:cubicBezTo>
                    <a:pt x="272" y="446"/>
                    <a:pt x="265" y="440"/>
                    <a:pt x="259" y="433"/>
                  </a:cubicBezTo>
                  <a:cubicBezTo>
                    <a:pt x="246" y="440"/>
                    <a:pt x="246" y="440"/>
                    <a:pt x="246" y="440"/>
                  </a:cubicBezTo>
                  <a:cubicBezTo>
                    <a:pt x="246" y="453"/>
                    <a:pt x="246" y="465"/>
                    <a:pt x="233" y="478"/>
                  </a:cubicBezTo>
                  <a:cubicBezTo>
                    <a:pt x="226" y="491"/>
                    <a:pt x="207" y="491"/>
                    <a:pt x="207" y="504"/>
                  </a:cubicBezTo>
                  <a:cubicBezTo>
                    <a:pt x="207" y="517"/>
                    <a:pt x="226" y="524"/>
                    <a:pt x="233" y="537"/>
                  </a:cubicBezTo>
                  <a:cubicBezTo>
                    <a:pt x="239" y="562"/>
                    <a:pt x="239" y="575"/>
                    <a:pt x="252" y="601"/>
                  </a:cubicBezTo>
                  <a:cubicBezTo>
                    <a:pt x="272" y="550"/>
                    <a:pt x="272" y="511"/>
                    <a:pt x="272" y="459"/>
                  </a:cubicBezTo>
                  <a:close/>
                  <a:moveTo>
                    <a:pt x="860" y="440"/>
                  </a:moveTo>
                  <a:lnTo>
                    <a:pt x="860" y="440"/>
                  </a:lnTo>
                  <a:cubicBezTo>
                    <a:pt x="873" y="446"/>
                    <a:pt x="880" y="459"/>
                    <a:pt x="893" y="472"/>
                  </a:cubicBezTo>
                  <a:cubicBezTo>
                    <a:pt x="931" y="524"/>
                    <a:pt x="951" y="556"/>
                    <a:pt x="970" y="614"/>
                  </a:cubicBezTo>
                  <a:cubicBezTo>
                    <a:pt x="1009" y="705"/>
                    <a:pt x="1054" y="744"/>
                    <a:pt x="1093" y="841"/>
                  </a:cubicBezTo>
                  <a:cubicBezTo>
                    <a:pt x="1151" y="970"/>
                    <a:pt x="1158" y="1054"/>
                    <a:pt x="1158" y="1190"/>
                  </a:cubicBezTo>
                  <a:cubicBezTo>
                    <a:pt x="1158" y="1235"/>
                    <a:pt x="1158" y="1235"/>
                    <a:pt x="1158" y="1235"/>
                  </a:cubicBezTo>
                  <a:cubicBezTo>
                    <a:pt x="1158" y="1300"/>
                    <a:pt x="1125" y="1332"/>
                    <a:pt x="1119" y="1403"/>
                  </a:cubicBezTo>
                  <a:cubicBezTo>
                    <a:pt x="1119" y="1410"/>
                    <a:pt x="1119" y="1410"/>
                    <a:pt x="1119" y="1416"/>
                  </a:cubicBezTo>
                  <a:cubicBezTo>
                    <a:pt x="1119" y="1468"/>
                    <a:pt x="1125" y="1507"/>
                    <a:pt x="1138" y="1545"/>
                  </a:cubicBezTo>
                  <a:lnTo>
                    <a:pt x="1138" y="1545"/>
                  </a:lnTo>
                  <a:cubicBezTo>
                    <a:pt x="1177" y="1545"/>
                    <a:pt x="1203" y="1552"/>
                    <a:pt x="1248" y="1552"/>
                  </a:cubicBezTo>
                  <a:cubicBezTo>
                    <a:pt x="1384" y="1552"/>
                    <a:pt x="1384" y="1552"/>
                    <a:pt x="1384" y="1552"/>
                  </a:cubicBezTo>
                  <a:cubicBezTo>
                    <a:pt x="1391" y="1642"/>
                    <a:pt x="1391" y="1642"/>
                    <a:pt x="1391" y="1642"/>
                  </a:cubicBezTo>
                  <a:cubicBezTo>
                    <a:pt x="1391" y="1752"/>
                    <a:pt x="1391" y="1817"/>
                    <a:pt x="1391" y="1927"/>
                  </a:cubicBezTo>
                  <a:cubicBezTo>
                    <a:pt x="1391" y="1979"/>
                    <a:pt x="1416" y="2005"/>
                    <a:pt x="1423" y="2063"/>
                  </a:cubicBezTo>
                  <a:cubicBezTo>
                    <a:pt x="1429" y="2095"/>
                    <a:pt x="1423" y="2108"/>
                    <a:pt x="1423" y="2140"/>
                  </a:cubicBezTo>
                  <a:cubicBezTo>
                    <a:pt x="1423" y="2186"/>
                    <a:pt x="1429" y="2212"/>
                    <a:pt x="1423" y="2257"/>
                  </a:cubicBezTo>
                  <a:cubicBezTo>
                    <a:pt x="1332" y="2257"/>
                    <a:pt x="1332" y="2257"/>
                    <a:pt x="1332" y="2257"/>
                  </a:cubicBezTo>
                  <a:lnTo>
                    <a:pt x="1332" y="2257"/>
                  </a:lnTo>
                  <a:cubicBezTo>
                    <a:pt x="1332" y="2263"/>
                    <a:pt x="1371" y="2289"/>
                    <a:pt x="1397" y="2308"/>
                  </a:cubicBezTo>
                  <a:cubicBezTo>
                    <a:pt x="1416" y="2321"/>
                    <a:pt x="1416" y="2347"/>
                    <a:pt x="1442" y="2347"/>
                  </a:cubicBezTo>
                  <a:cubicBezTo>
                    <a:pt x="1455" y="2347"/>
                    <a:pt x="1468" y="2334"/>
                    <a:pt x="1475" y="2321"/>
                  </a:cubicBezTo>
                  <a:cubicBezTo>
                    <a:pt x="1481" y="2302"/>
                    <a:pt x="1488" y="2289"/>
                    <a:pt x="1500" y="2270"/>
                  </a:cubicBezTo>
                  <a:cubicBezTo>
                    <a:pt x="1526" y="2244"/>
                    <a:pt x="1539" y="2224"/>
                    <a:pt x="1565" y="2198"/>
                  </a:cubicBezTo>
                  <a:cubicBezTo>
                    <a:pt x="1611" y="2147"/>
                    <a:pt x="1643" y="2121"/>
                    <a:pt x="1675" y="2063"/>
                  </a:cubicBezTo>
                  <a:cubicBezTo>
                    <a:pt x="1688" y="2037"/>
                    <a:pt x="1682" y="2017"/>
                    <a:pt x="1701" y="1992"/>
                  </a:cubicBezTo>
                  <a:cubicBezTo>
                    <a:pt x="1720" y="1972"/>
                    <a:pt x="1753" y="1972"/>
                    <a:pt x="1779" y="1966"/>
                  </a:cubicBezTo>
                  <a:cubicBezTo>
                    <a:pt x="1804" y="1953"/>
                    <a:pt x="1824" y="1933"/>
                    <a:pt x="1850" y="1921"/>
                  </a:cubicBezTo>
                  <a:cubicBezTo>
                    <a:pt x="1876" y="1908"/>
                    <a:pt x="1908" y="1908"/>
                    <a:pt x="1908" y="1882"/>
                  </a:cubicBezTo>
                  <a:cubicBezTo>
                    <a:pt x="1908" y="1875"/>
                    <a:pt x="1902" y="1869"/>
                    <a:pt x="1902" y="1862"/>
                  </a:cubicBezTo>
                  <a:cubicBezTo>
                    <a:pt x="1895" y="1843"/>
                    <a:pt x="1895" y="1830"/>
                    <a:pt x="1895" y="1804"/>
                  </a:cubicBezTo>
                  <a:cubicBezTo>
                    <a:pt x="1895" y="1785"/>
                    <a:pt x="1895" y="1772"/>
                    <a:pt x="1902" y="1752"/>
                  </a:cubicBezTo>
                  <a:cubicBezTo>
                    <a:pt x="1902" y="1739"/>
                    <a:pt x="1902" y="1720"/>
                    <a:pt x="1908" y="1714"/>
                  </a:cubicBezTo>
                  <a:cubicBezTo>
                    <a:pt x="1914" y="1707"/>
                    <a:pt x="1934" y="1714"/>
                    <a:pt x="1940" y="1707"/>
                  </a:cubicBezTo>
                  <a:cubicBezTo>
                    <a:pt x="1960" y="1701"/>
                    <a:pt x="1966" y="1688"/>
                    <a:pt x="1979" y="1675"/>
                  </a:cubicBezTo>
                  <a:cubicBezTo>
                    <a:pt x="2005" y="1655"/>
                    <a:pt x="2031" y="1642"/>
                    <a:pt x="2031" y="1617"/>
                  </a:cubicBezTo>
                  <a:cubicBezTo>
                    <a:pt x="2031" y="1545"/>
                    <a:pt x="2031" y="1545"/>
                    <a:pt x="2031" y="1545"/>
                  </a:cubicBezTo>
                  <a:cubicBezTo>
                    <a:pt x="2031" y="1526"/>
                    <a:pt x="2024" y="1513"/>
                    <a:pt x="2031" y="1494"/>
                  </a:cubicBezTo>
                  <a:cubicBezTo>
                    <a:pt x="2050" y="1448"/>
                    <a:pt x="2089" y="1436"/>
                    <a:pt x="2089" y="1390"/>
                  </a:cubicBezTo>
                  <a:cubicBezTo>
                    <a:pt x="2089" y="1364"/>
                    <a:pt x="2089" y="1345"/>
                    <a:pt x="2076" y="1319"/>
                  </a:cubicBezTo>
                  <a:cubicBezTo>
                    <a:pt x="2076" y="1306"/>
                    <a:pt x="2063" y="1300"/>
                    <a:pt x="2063" y="1287"/>
                  </a:cubicBezTo>
                  <a:cubicBezTo>
                    <a:pt x="2063" y="1274"/>
                    <a:pt x="2076" y="1280"/>
                    <a:pt x="2076" y="1274"/>
                  </a:cubicBezTo>
                  <a:cubicBezTo>
                    <a:pt x="2095" y="1248"/>
                    <a:pt x="2115" y="1235"/>
                    <a:pt x="2134" y="1216"/>
                  </a:cubicBezTo>
                  <a:lnTo>
                    <a:pt x="2134" y="1216"/>
                  </a:lnTo>
                  <a:cubicBezTo>
                    <a:pt x="2128" y="1203"/>
                    <a:pt x="2115" y="1196"/>
                    <a:pt x="2095" y="1190"/>
                  </a:cubicBezTo>
                  <a:cubicBezTo>
                    <a:pt x="2089" y="1170"/>
                    <a:pt x="2089" y="1170"/>
                    <a:pt x="2089" y="1170"/>
                  </a:cubicBezTo>
                  <a:cubicBezTo>
                    <a:pt x="2134" y="1112"/>
                    <a:pt x="2128" y="1054"/>
                    <a:pt x="2180" y="996"/>
                  </a:cubicBezTo>
                  <a:cubicBezTo>
                    <a:pt x="2212" y="963"/>
                    <a:pt x="2264" y="996"/>
                    <a:pt x="2302" y="957"/>
                  </a:cubicBezTo>
                  <a:cubicBezTo>
                    <a:pt x="2335" y="918"/>
                    <a:pt x="2322" y="866"/>
                    <a:pt x="2322" y="808"/>
                  </a:cubicBezTo>
                  <a:cubicBezTo>
                    <a:pt x="2322" y="737"/>
                    <a:pt x="2302" y="679"/>
                    <a:pt x="2238" y="646"/>
                  </a:cubicBezTo>
                  <a:cubicBezTo>
                    <a:pt x="2264" y="614"/>
                    <a:pt x="2290" y="595"/>
                    <a:pt x="2335" y="595"/>
                  </a:cubicBezTo>
                  <a:cubicBezTo>
                    <a:pt x="2335" y="543"/>
                    <a:pt x="2341" y="517"/>
                    <a:pt x="2335" y="465"/>
                  </a:cubicBezTo>
                  <a:cubicBezTo>
                    <a:pt x="2309" y="465"/>
                    <a:pt x="2296" y="459"/>
                    <a:pt x="2270" y="459"/>
                  </a:cubicBezTo>
                  <a:cubicBezTo>
                    <a:pt x="2231" y="459"/>
                    <a:pt x="2218" y="498"/>
                    <a:pt x="2180" y="498"/>
                  </a:cubicBezTo>
                  <a:cubicBezTo>
                    <a:pt x="2154" y="498"/>
                    <a:pt x="2154" y="446"/>
                    <a:pt x="2128" y="446"/>
                  </a:cubicBezTo>
                  <a:cubicBezTo>
                    <a:pt x="2076" y="446"/>
                    <a:pt x="2057" y="498"/>
                    <a:pt x="2005" y="498"/>
                  </a:cubicBezTo>
                  <a:cubicBezTo>
                    <a:pt x="1947" y="498"/>
                    <a:pt x="1934" y="446"/>
                    <a:pt x="1908" y="401"/>
                  </a:cubicBezTo>
                  <a:cubicBezTo>
                    <a:pt x="1876" y="336"/>
                    <a:pt x="1869" y="291"/>
                    <a:pt x="1850" y="220"/>
                  </a:cubicBezTo>
                  <a:cubicBezTo>
                    <a:pt x="1837" y="181"/>
                    <a:pt x="1798" y="174"/>
                    <a:pt x="1766" y="155"/>
                  </a:cubicBezTo>
                  <a:cubicBezTo>
                    <a:pt x="1720" y="123"/>
                    <a:pt x="1701" y="90"/>
                    <a:pt x="1649" y="90"/>
                  </a:cubicBezTo>
                  <a:cubicBezTo>
                    <a:pt x="1604" y="90"/>
                    <a:pt x="1585" y="103"/>
                    <a:pt x="1539" y="116"/>
                  </a:cubicBezTo>
                  <a:cubicBezTo>
                    <a:pt x="1488" y="116"/>
                    <a:pt x="1455" y="123"/>
                    <a:pt x="1403" y="103"/>
                  </a:cubicBezTo>
                  <a:cubicBezTo>
                    <a:pt x="1339" y="77"/>
                    <a:pt x="1313" y="32"/>
                    <a:pt x="1248" y="13"/>
                  </a:cubicBezTo>
                  <a:cubicBezTo>
                    <a:pt x="1216" y="6"/>
                    <a:pt x="1190" y="19"/>
                    <a:pt x="1158" y="0"/>
                  </a:cubicBezTo>
                  <a:lnTo>
                    <a:pt x="1158" y="0"/>
                  </a:lnTo>
                  <a:lnTo>
                    <a:pt x="1158" y="0"/>
                  </a:lnTo>
                  <a:cubicBezTo>
                    <a:pt x="1138" y="32"/>
                    <a:pt x="1125" y="45"/>
                    <a:pt x="1100" y="77"/>
                  </a:cubicBezTo>
                  <a:cubicBezTo>
                    <a:pt x="1061" y="123"/>
                    <a:pt x="1061" y="162"/>
                    <a:pt x="1035" y="220"/>
                  </a:cubicBezTo>
                  <a:cubicBezTo>
                    <a:pt x="1028" y="233"/>
                    <a:pt x="1022" y="239"/>
                    <a:pt x="1009" y="252"/>
                  </a:cubicBezTo>
                  <a:cubicBezTo>
                    <a:pt x="970" y="304"/>
                    <a:pt x="944" y="330"/>
                    <a:pt x="905" y="375"/>
                  </a:cubicBezTo>
                  <a:cubicBezTo>
                    <a:pt x="886" y="394"/>
                    <a:pt x="873" y="414"/>
                    <a:pt x="860" y="44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2AB8BF42-7D33-3EE0-169F-7DCF4DD57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6010" y="3828864"/>
              <a:ext cx="1492209" cy="1230828"/>
            </a:xfrm>
            <a:custGeom>
              <a:avLst/>
              <a:gdLst>
                <a:gd name="T0" fmla="*/ 4469 w 4554"/>
                <a:gd name="T1" fmla="*/ 3168 h 3757"/>
                <a:gd name="T2" fmla="*/ 4450 w 4554"/>
                <a:gd name="T3" fmla="*/ 3329 h 3757"/>
                <a:gd name="T4" fmla="*/ 4553 w 4554"/>
                <a:gd name="T5" fmla="*/ 3329 h 3757"/>
                <a:gd name="T6" fmla="*/ 4495 w 4554"/>
                <a:gd name="T7" fmla="*/ 3116 h 3757"/>
                <a:gd name="T8" fmla="*/ 2154 w 4554"/>
                <a:gd name="T9" fmla="*/ 3155 h 3757"/>
                <a:gd name="T10" fmla="*/ 2328 w 4554"/>
                <a:gd name="T11" fmla="*/ 3239 h 3757"/>
                <a:gd name="T12" fmla="*/ 2567 w 4554"/>
                <a:gd name="T13" fmla="*/ 3510 h 3757"/>
                <a:gd name="T14" fmla="*/ 2846 w 4554"/>
                <a:gd name="T15" fmla="*/ 3627 h 3757"/>
                <a:gd name="T16" fmla="*/ 3143 w 4554"/>
                <a:gd name="T17" fmla="*/ 3517 h 3757"/>
                <a:gd name="T18" fmla="*/ 3376 w 4554"/>
                <a:gd name="T19" fmla="*/ 3633 h 3757"/>
                <a:gd name="T20" fmla="*/ 3622 w 4554"/>
                <a:gd name="T21" fmla="*/ 3750 h 3757"/>
                <a:gd name="T22" fmla="*/ 3570 w 4554"/>
                <a:gd name="T23" fmla="*/ 3459 h 3757"/>
                <a:gd name="T24" fmla="*/ 3447 w 4554"/>
                <a:gd name="T25" fmla="*/ 3271 h 3757"/>
                <a:gd name="T26" fmla="*/ 3227 w 4554"/>
                <a:gd name="T27" fmla="*/ 3135 h 3757"/>
                <a:gd name="T28" fmla="*/ 3266 w 4554"/>
                <a:gd name="T29" fmla="*/ 3045 h 3757"/>
                <a:gd name="T30" fmla="*/ 3305 w 4554"/>
                <a:gd name="T31" fmla="*/ 2941 h 3757"/>
                <a:gd name="T32" fmla="*/ 3311 w 4554"/>
                <a:gd name="T33" fmla="*/ 2670 h 3757"/>
                <a:gd name="T34" fmla="*/ 3311 w 4554"/>
                <a:gd name="T35" fmla="*/ 2372 h 3757"/>
                <a:gd name="T36" fmla="*/ 3357 w 4554"/>
                <a:gd name="T37" fmla="*/ 2133 h 3757"/>
                <a:gd name="T38" fmla="*/ 3350 w 4554"/>
                <a:gd name="T39" fmla="*/ 2075 h 3757"/>
                <a:gd name="T40" fmla="*/ 3201 w 4554"/>
                <a:gd name="T41" fmla="*/ 1538 h 3757"/>
                <a:gd name="T42" fmla="*/ 3298 w 4554"/>
                <a:gd name="T43" fmla="*/ 1370 h 3757"/>
                <a:gd name="T44" fmla="*/ 3285 w 4554"/>
                <a:gd name="T45" fmla="*/ 1027 h 3757"/>
                <a:gd name="T46" fmla="*/ 3130 w 4554"/>
                <a:gd name="T47" fmla="*/ 1014 h 3757"/>
                <a:gd name="T48" fmla="*/ 3098 w 4554"/>
                <a:gd name="T49" fmla="*/ 1506 h 3757"/>
                <a:gd name="T50" fmla="*/ 2917 w 4554"/>
                <a:gd name="T51" fmla="*/ 1266 h 3757"/>
                <a:gd name="T52" fmla="*/ 2671 w 4554"/>
                <a:gd name="T53" fmla="*/ 1098 h 3757"/>
                <a:gd name="T54" fmla="*/ 2522 w 4554"/>
                <a:gd name="T55" fmla="*/ 1143 h 3757"/>
                <a:gd name="T56" fmla="*/ 2497 w 4554"/>
                <a:gd name="T57" fmla="*/ 891 h 3757"/>
                <a:gd name="T58" fmla="*/ 2645 w 4554"/>
                <a:gd name="T59" fmla="*/ 671 h 3757"/>
                <a:gd name="T60" fmla="*/ 2451 w 4554"/>
                <a:gd name="T61" fmla="*/ 549 h 3757"/>
                <a:gd name="T62" fmla="*/ 2406 w 4554"/>
                <a:gd name="T63" fmla="*/ 381 h 3757"/>
                <a:gd name="T64" fmla="*/ 2179 w 4554"/>
                <a:gd name="T65" fmla="*/ 194 h 3757"/>
                <a:gd name="T66" fmla="*/ 2063 w 4554"/>
                <a:gd name="T67" fmla="*/ 0 h 3757"/>
                <a:gd name="T68" fmla="*/ 1960 w 4554"/>
                <a:gd name="T69" fmla="*/ 155 h 3757"/>
                <a:gd name="T70" fmla="*/ 1876 w 4554"/>
                <a:gd name="T71" fmla="*/ 233 h 3757"/>
                <a:gd name="T72" fmla="*/ 1701 w 4554"/>
                <a:gd name="T73" fmla="*/ 181 h 3757"/>
                <a:gd name="T74" fmla="*/ 1565 w 4554"/>
                <a:gd name="T75" fmla="*/ 246 h 3757"/>
                <a:gd name="T76" fmla="*/ 1319 w 4554"/>
                <a:gd name="T77" fmla="*/ 252 h 3757"/>
                <a:gd name="T78" fmla="*/ 1196 w 4554"/>
                <a:gd name="T79" fmla="*/ 116 h 3757"/>
                <a:gd name="T80" fmla="*/ 1061 w 4554"/>
                <a:gd name="T81" fmla="*/ 142 h 3757"/>
                <a:gd name="T82" fmla="*/ 938 w 4554"/>
                <a:gd name="T83" fmla="*/ 187 h 3757"/>
                <a:gd name="T84" fmla="*/ 854 w 4554"/>
                <a:gd name="T85" fmla="*/ 310 h 3757"/>
                <a:gd name="T86" fmla="*/ 705 w 4554"/>
                <a:gd name="T87" fmla="*/ 97 h 3757"/>
                <a:gd name="T88" fmla="*/ 530 w 4554"/>
                <a:gd name="T89" fmla="*/ 362 h 3757"/>
                <a:gd name="T90" fmla="*/ 394 w 4554"/>
                <a:gd name="T91" fmla="*/ 414 h 3757"/>
                <a:gd name="T92" fmla="*/ 97 w 4554"/>
                <a:gd name="T93" fmla="*/ 362 h 3757"/>
                <a:gd name="T94" fmla="*/ 45 w 4554"/>
                <a:gd name="T95" fmla="*/ 349 h 3757"/>
                <a:gd name="T96" fmla="*/ 32 w 4554"/>
                <a:gd name="T97" fmla="*/ 621 h 3757"/>
                <a:gd name="T98" fmla="*/ 162 w 4554"/>
                <a:gd name="T99" fmla="*/ 827 h 3757"/>
                <a:gd name="T100" fmla="*/ 252 w 4554"/>
                <a:gd name="T101" fmla="*/ 1040 h 3757"/>
                <a:gd name="T102" fmla="*/ 362 w 4554"/>
                <a:gd name="T103" fmla="*/ 1215 h 3757"/>
                <a:gd name="T104" fmla="*/ 336 w 4554"/>
                <a:gd name="T105" fmla="*/ 1409 h 3757"/>
                <a:gd name="T106" fmla="*/ 420 w 4554"/>
                <a:gd name="T107" fmla="*/ 1590 h 3757"/>
                <a:gd name="T108" fmla="*/ 453 w 4554"/>
                <a:gd name="T109" fmla="*/ 1745 h 3757"/>
                <a:gd name="T110" fmla="*/ 698 w 4554"/>
                <a:gd name="T111" fmla="*/ 1887 h 3757"/>
                <a:gd name="T112" fmla="*/ 686 w 4554"/>
                <a:gd name="T113" fmla="*/ 2139 h 3757"/>
                <a:gd name="T114" fmla="*/ 686 w 4554"/>
                <a:gd name="T115" fmla="*/ 2340 h 3757"/>
                <a:gd name="T116" fmla="*/ 938 w 4554"/>
                <a:gd name="T117" fmla="*/ 2489 h 3757"/>
                <a:gd name="T118" fmla="*/ 1145 w 4554"/>
                <a:gd name="T119" fmla="*/ 2586 h 3757"/>
                <a:gd name="T120" fmla="*/ 1591 w 4554"/>
                <a:gd name="T121" fmla="*/ 2709 h 3757"/>
                <a:gd name="T122" fmla="*/ 1908 w 4554"/>
                <a:gd name="T123" fmla="*/ 2954 h 3757"/>
                <a:gd name="T124" fmla="*/ 2154 w 4554"/>
                <a:gd name="T125" fmla="*/ 3155 h 3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54" h="3757">
                  <a:moveTo>
                    <a:pt x="4469" y="3090"/>
                  </a:moveTo>
                  <a:lnTo>
                    <a:pt x="4469" y="3090"/>
                  </a:lnTo>
                  <a:cubicBezTo>
                    <a:pt x="4469" y="3168"/>
                    <a:pt x="4469" y="3168"/>
                    <a:pt x="4469" y="3168"/>
                  </a:cubicBezTo>
                  <a:cubicBezTo>
                    <a:pt x="4469" y="3206"/>
                    <a:pt x="4398" y="3187"/>
                    <a:pt x="4398" y="3219"/>
                  </a:cubicBezTo>
                  <a:cubicBezTo>
                    <a:pt x="4398" y="3245"/>
                    <a:pt x="4411" y="3265"/>
                    <a:pt x="4424" y="3290"/>
                  </a:cubicBezTo>
                  <a:cubicBezTo>
                    <a:pt x="4437" y="3303"/>
                    <a:pt x="4430" y="3329"/>
                    <a:pt x="4450" y="3329"/>
                  </a:cubicBezTo>
                  <a:cubicBezTo>
                    <a:pt x="4456" y="3329"/>
                    <a:pt x="4463" y="3323"/>
                    <a:pt x="4475" y="3323"/>
                  </a:cubicBezTo>
                  <a:cubicBezTo>
                    <a:pt x="4527" y="3329"/>
                    <a:pt x="4527" y="3329"/>
                    <a:pt x="4527" y="3329"/>
                  </a:cubicBezTo>
                  <a:cubicBezTo>
                    <a:pt x="4553" y="3329"/>
                    <a:pt x="4553" y="3329"/>
                    <a:pt x="4553" y="3329"/>
                  </a:cubicBezTo>
                  <a:cubicBezTo>
                    <a:pt x="4514" y="3239"/>
                    <a:pt x="4514" y="3239"/>
                    <a:pt x="4514" y="3239"/>
                  </a:cubicBezTo>
                  <a:cubicBezTo>
                    <a:pt x="4527" y="3213"/>
                    <a:pt x="4527" y="3213"/>
                    <a:pt x="4527" y="3213"/>
                  </a:cubicBezTo>
                  <a:cubicBezTo>
                    <a:pt x="4514" y="3174"/>
                    <a:pt x="4501" y="3155"/>
                    <a:pt x="4495" y="3116"/>
                  </a:cubicBezTo>
                  <a:cubicBezTo>
                    <a:pt x="4495" y="3097"/>
                    <a:pt x="4495" y="3051"/>
                    <a:pt x="4475" y="3064"/>
                  </a:cubicBezTo>
                  <a:cubicBezTo>
                    <a:pt x="4469" y="3071"/>
                    <a:pt x="4469" y="3083"/>
                    <a:pt x="4469" y="3090"/>
                  </a:cubicBezTo>
                  <a:close/>
                  <a:moveTo>
                    <a:pt x="2154" y="3155"/>
                  </a:moveTo>
                  <a:lnTo>
                    <a:pt x="2154" y="3155"/>
                  </a:lnTo>
                  <a:cubicBezTo>
                    <a:pt x="2205" y="3174"/>
                    <a:pt x="2231" y="3174"/>
                    <a:pt x="2277" y="3187"/>
                  </a:cubicBezTo>
                  <a:cubicBezTo>
                    <a:pt x="2302" y="3193"/>
                    <a:pt x="2309" y="3219"/>
                    <a:pt x="2328" y="3239"/>
                  </a:cubicBezTo>
                  <a:cubicBezTo>
                    <a:pt x="2354" y="3265"/>
                    <a:pt x="2374" y="3284"/>
                    <a:pt x="2399" y="3316"/>
                  </a:cubicBezTo>
                  <a:cubicBezTo>
                    <a:pt x="2438" y="3362"/>
                    <a:pt x="2477" y="3381"/>
                    <a:pt x="2516" y="3420"/>
                  </a:cubicBezTo>
                  <a:cubicBezTo>
                    <a:pt x="2542" y="3452"/>
                    <a:pt x="2542" y="3478"/>
                    <a:pt x="2567" y="3510"/>
                  </a:cubicBezTo>
                  <a:cubicBezTo>
                    <a:pt x="2587" y="3536"/>
                    <a:pt x="2613" y="3536"/>
                    <a:pt x="2639" y="3549"/>
                  </a:cubicBezTo>
                  <a:cubicBezTo>
                    <a:pt x="2684" y="3569"/>
                    <a:pt x="2716" y="3581"/>
                    <a:pt x="2768" y="3594"/>
                  </a:cubicBezTo>
                  <a:cubicBezTo>
                    <a:pt x="2794" y="3607"/>
                    <a:pt x="2813" y="3627"/>
                    <a:pt x="2846" y="3627"/>
                  </a:cubicBezTo>
                  <a:cubicBezTo>
                    <a:pt x="2878" y="3627"/>
                    <a:pt x="2891" y="3607"/>
                    <a:pt x="2923" y="3594"/>
                  </a:cubicBezTo>
                  <a:cubicBezTo>
                    <a:pt x="2975" y="3575"/>
                    <a:pt x="3007" y="3562"/>
                    <a:pt x="3059" y="3543"/>
                  </a:cubicBezTo>
                  <a:cubicBezTo>
                    <a:pt x="3092" y="3536"/>
                    <a:pt x="3111" y="3517"/>
                    <a:pt x="3143" y="3517"/>
                  </a:cubicBezTo>
                  <a:cubicBezTo>
                    <a:pt x="3162" y="3517"/>
                    <a:pt x="3169" y="3536"/>
                    <a:pt x="3182" y="3549"/>
                  </a:cubicBezTo>
                  <a:cubicBezTo>
                    <a:pt x="3214" y="3569"/>
                    <a:pt x="3234" y="3575"/>
                    <a:pt x="3273" y="3588"/>
                  </a:cubicBezTo>
                  <a:cubicBezTo>
                    <a:pt x="3311" y="3601"/>
                    <a:pt x="3337" y="3614"/>
                    <a:pt x="3376" y="3633"/>
                  </a:cubicBezTo>
                  <a:cubicBezTo>
                    <a:pt x="3415" y="3659"/>
                    <a:pt x="3447" y="3659"/>
                    <a:pt x="3486" y="3691"/>
                  </a:cubicBezTo>
                  <a:cubicBezTo>
                    <a:pt x="3518" y="3724"/>
                    <a:pt x="3544" y="3756"/>
                    <a:pt x="3589" y="3756"/>
                  </a:cubicBezTo>
                  <a:cubicBezTo>
                    <a:pt x="3602" y="3756"/>
                    <a:pt x="3609" y="3750"/>
                    <a:pt x="3622" y="3750"/>
                  </a:cubicBezTo>
                  <a:cubicBezTo>
                    <a:pt x="3564" y="3620"/>
                    <a:pt x="3564" y="3620"/>
                    <a:pt x="3564" y="3620"/>
                  </a:cubicBezTo>
                  <a:cubicBezTo>
                    <a:pt x="3583" y="3594"/>
                    <a:pt x="3596" y="3569"/>
                    <a:pt x="3596" y="3536"/>
                  </a:cubicBezTo>
                  <a:cubicBezTo>
                    <a:pt x="3596" y="3504"/>
                    <a:pt x="3570" y="3491"/>
                    <a:pt x="3570" y="3459"/>
                  </a:cubicBezTo>
                  <a:cubicBezTo>
                    <a:pt x="3570" y="3433"/>
                    <a:pt x="3583" y="3413"/>
                    <a:pt x="3589" y="3387"/>
                  </a:cubicBezTo>
                  <a:lnTo>
                    <a:pt x="3589" y="3387"/>
                  </a:lnTo>
                  <a:cubicBezTo>
                    <a:pt x="3538" y="3355"/>
                    <a:pt x="3499" y="3323"/>
                    <a:pt x="3447" y="3271"/>
                  </a:cubicBezTo>
                  <a:cubicBezTo>
                    <a:pt x="3421" y="3245"/>
                    <a:pt x="3395" y="3239"/>
                    <a:pt x="3369" y="3213"/>
                  </a:cubicBezTo>
                  <a:cubicBezTo>
                    <a:pt x="3344" y="3168"/>
                    <a:pt x="3318" y="3129"/>
                    <a:pt x="3266" y="3129"/>
                  </a:cubicBezTo>
                  <a:cubicBezTo>
                    <a:pt x="3253" y="3129"/>
                    <a:pt x="3247" y="3135"/>
                    <a:pt x="3227" y="3135"/>
                  </a:cubicBezTo>
                  <a:cubicBezTo>
                    <a:pt x="3214" y="3135"/>
                    <a:pt x="3201" y="3129"/>
                    <a:pt x="3188" y="3122"/>
                  </a:cubicBezTo>
                  <a:cubicBezTo>
                    <a:pt x="3195" y="3097"/>
                    <a:pt x="3214" y="3097"/>
                    <a:pt x="3227" y="3077"/>
                  </a:cubicBezTo>
                  <a:cubicBezTo>
                    <a:pt x="3240" y="3064"/>
                    <a:pt x="3247" y="3045"/>
                    <a:pt x="3266" y="3045"/>
                  </a:cubicBezTo>
                  <a:cubicBezTo>
                    <a:pt x="3285" y="3045"/>
                    <a:pt x="3298" y="3064"/>
                    <a:pt x="3311" y="3077"/>
                  </a:cubicBezTo>
                  <a:cubicBezTo>
                    <a:pt x="3311" y="3045"/>
                    <a:pt x="3311" y="3045"/>
                    <a:pt x="3311" y="3045"/>
                  </a:cubicBezTo>
                  <a:cubicBezTo>
                    <a:pt x="3305" y="2941"/>
                    <a:pt x="3305" y="2941"/>
                    <a:pt x="3305" y="2941"/>
                  </a:cubicBezTo>
                  <a:cubicBezTo>
                    <a:pt x="3305" y="2877"/>
                    <a:pt x="3305" y="2877"/>
                    <a:pt x="3305" y="2877"/>
                  </a:cubicBezTo>
                  <a:cubicBezTo>
                    <a:pt x="3305" y="2838"/>
                    <a:pt x="3318" y="2812"/>
                    <a:pt x="3318" y="2773"/>
                  </a:cubicBezTo>
                  <a:cubicBezTo>
                    <a:pt x="3318" y="2734"/>
                    <a:pt x="3311" y="2709"/>
                    <a:pt x="3311" y="2670"/>
                  </a:cubicBezTo>
                  <a:cubicBezTo>
                    <a:pt x="3311" y="2527"/>
                    <a:pt x="3311" y="2527"/>
                    <a:pt x="3311" y="2527"/>
                  </a:cubicBezTo>
                  <a:cubicBezTo>
                    <a:pt x="3305" y="2456"/>
                    <a:pt x="3305" y="2456"/>
                    <a:pt x="3305" y="2456"/>
                  </a:cubicBezTo>
                  <a:cubicBezTo>
                    <a:pt x="3311" y="2424"/>
                    <a:pt x="3311" y="2411"/>
                    <a:pt x="3311" y="2372"/>
                  </a:cubicBezTo>
                  <a:cubicBezTo>
                    <a:pt x="3311" y="2262"/>
                    <a:pt x="3311" y="2262"/>
                    <a:pt x="3311" y="2262"/>
                  </a:cubicBezTo>
                  <a:cubicBezTo>
                    <a:pt x="3311" y="2230"/>
                    <a:pt x="3311" y="2210"/>
                    <a:pt x="3324" y="2178"/>
                  </a:cubicBezTo>
                  <a:cubicBezTo>
                    <a:pt x="3331" y="2159"/>
                    <a:pt x="3357" y="2152"/>
                    <a:pt x="3357" y="2133"/>
                  </a:cubicBezTo>
                  <a:cubicBezTo>
                    <a:pt x="3357" y="2126"/>
                    <a:pt x="3350" y="2126"/>
                    <a:pt x="3350" y="2120"/>
                  </a:cubicBezTo>
                  <a:cubicBezTo>
                    <a:pt x="3324" y="2120"/>
                    <a:pt x="3305" y="2126"/>
                    <a:pt x="3279" y="2114"/>
                  </a:cubicBezTo>
                  <a:cubicBezTo>
                    <a:pt x="3298" y="2088"/>
                    <a:pt x="3318" y="2081"/>
                    <a:pt x="3350" y="2075"/>
                  </a:cubicBezTo>
                  <a:cubicBezTo>
                    <a:pt x="3337" y="2017"/>
                    <a:pt x="3285" y="2017"/>
                    <a:pt x="3253" y="1971"/>
                  </a:cubicBezTo>
                  <a:cubicBezTo>
                    <a:pt x="3182" y="1894"/>
                    <a:pt x="3143" y="1829"/>
                    <a:pt x="3143" y="1726"/>
                  </a:cubicBezTo>
                  <a:cubicBezTo>
                    <a:pt x="3143" y="1648"/>
                    <a:pt x="3201" y="1615"/>
                    <a:pt x="3201" y="1538"/>
                  </a:cubicBezTo>
                  <a:cubicBezTo>
                    <a:pt x="3195" y="1493"/>
                    <a:pt x="3201" y="1467"/>
                    <a:pt x="3221" y="1422"/>
                  </a:cubicBezTo>
                  <a:cubicBezTo>
                    <a:pt x="3234" y="1396"/>
                    <a:pt x="3247" y="1363"/>
                    <a:pt x="3279" y="1363"/>
                  </a:cubicBezTo>
                  <a:cubicBezTo>
                    <a:pt x="3285" y="1363"/>
                    <a:pt x="3292" y="1370"/>
                    <a:pt x="3298" y="1370"/>
                  </a:cubicBezTo>
                  <a:cubicBezTo>
                    <a:pt x="3266" y="1279"/>
                    <a:pt x="3234" y="1227"/>
                    <a:pt x="3234" y="1131"/>
                  </a:cubicBezTo>
                  <a:cubicBezTo>
                    <a:pt x="3234" y="1085"/>
                    <a:pt x="3260" y="1072"/>
                    <a:pt x="3285" y="1027"/>
                  </a:cubicBezTo>
                  <a:lnTo>
                    <a:pt x="3285" y="1027"/>
                  </a:lnTo>
                  <a:cubicBezTo>
                    <a:pt x="3273" y="1027"/>
                    <a:pt x="3279" y="1027"/>
                    <a:pt x="3266" y="1027"/>
                  </a:cubicBezTo>
                  <a:cubicBezTo>
                    <a:pt x="3247" y="1027"/>
                    <a:pt x="3240" y="1034"/>
                    <a:pt x="3221" y="1034"/>
                  </a:cubicBezTo>
                  <a:cubicBezTo>
                    <a:pt x="3188" y="1034"/>
                    <a:pt x="3169" y="1021"/>
                    <a:pt x="3130" y="1014"/>
                  </a:cubicBezTo>
                  <a:cubicBezTo>
                    <a:pt x="3130" y="1085"/>
                    <a:pt x="3124" y="1124"/>
                    <a:pt x="3098" y="1189"/>
                  </a:cubicBezTo>
                  <a:cubicBezTo>
                    <a:pt x="3150" y="1376"/>
                    <a:pt x="3150" y="1376"/>
                    <a:pt x="3150" y="1376"/>
                  </a:cubicBezTo>
                  <a:cubicBezTo>
                    <a:pt x="3143" y="1428"/>
                    <a:pt x="3137" y="1467"/>
                    <a:pt x="3098" y="1506"/>
                  </a:cubicBezTo>
                  <a:cubicBezTo>
                    <a:pt x="3059" y="1480"/>
                    <a:pt x="3053" y="1454"/>
                    <a:pt x="3027" y="1415"/>
                  </a:cubicBezTo>
                  <a:cubicBezTo>
                    <a:pt x="3001" y="1370"/>
                    <a:pt x="2981" y="1350"/>
                    <a:pt x="2956" y="1305"/>
                  </a:cubicBezTo>
                  <a:cubicBezTo>
                    <a:pt x="2949" y="1292"/>
                    <a:pt x="2936" y="1273"/>
                    <a:pt x="2917" y="1266"/>
                  </a:cubicBezTo>
                  <a:cubicBezTo>
                    <a:pt x="2872" y="1240"/>
                    <a:pt x="2833" y="1247"/>
                    <a:pt x="2794" y="1215"/>
                  </a:cubicBezTo>
                  <a:cubicBezTo>
                    <a:pt x="2762" y="1189"/>
                    <a:pt x="2742" y="1176"/>
                    <a:pt x="2716" y="1143"/>
                  </a:cubicBezTo>
                  <a:cubicBezTo>
                    <a:pt x="2703" y="1124"/>
                    <a:pt x="2697" y="1098"/>
                    <a:pt x="2671" y="1098"/>
                  </a:cubicBezTo>
                  <a:cubicBezTo>
                    <a:pt x="2658" y="1098"/>
                    <a:pt x="2652" y="1105"/>
                    <a:pt x="2639" y="1111"/>
                  </a:cubicBezTo>
                  <a:cubicBezTo>
                    <a:pt x="2606" y="1118"/>
                    <a:pt x="2587" y="1118"/>
                    <a:pt x="2555" y="1131"/>
                  </a:cubicBezTo>
                  <a:cubicBezTo>
                    <a:pt x="2542" y="1137"/>
                    <a:pt x="2535" y="1143"/>
                    <a:pt x="2522" y="1143"/>
                  </a:cubicBezTo>
                  <a:cubicBezTo>
                    <a:pt x="2497" y="1143"/>
                    <a:pt x="2497" y="1105"/>
                    <a:pt x="2490" y="1079"/>
                  </a:cubicBezTo>
                  <a:cubicBezTo>
                    <a:pt x="2483" y="1046"/>
                    <a:pt x="2477" y="1027"/>
                    <a:pt x="2477" y="995"/>
                  </a:cubicBezTo>
                  <a:cubicBezTo>
                    <a:pt x="2477" y="956"/>
                    <a:pt x="2477" y="924"/>
                    <a:pt x="2497" y="891"/>
                  </a:cubicBezTo>
                  <a:cubicBezTo>
                    <a:pt x="2509" y="872"/>
                    <a:pt x="2529" y="865"/>
                    <a:pt x="2542" y="846"/>
                  </a:cubicBezTo>
                  <a:cubicBezTo>
                    <a:pt x="2561" y="827"/>
                    <a:pt x="2567" y="814"/>
                    <a:pt x="2581" y="794"/>
                  </a:cubicBezTo>
                  <a:cubicBezTo>
                    <a:pt x="2619" y="755"/>
                    <a:pt x="2645" y="723"/>
                    <a:pt x="2645" y="671"/>
                  </a:cubicBezTo>
                  <a:cubicBezTo>
                    <a:pt x="2645" y="614"/>
                    <a:pt x="2593" y="588"/>
                    <a:pt x="2567" y="537"/>
                  </a:cubicBezTo>
                  <a:cubicBezTo>
                    <a:pt x="2555" y="543"/>
                    <a:pt x="2548" y="549"/>
                    <a:pt x="2535" y="549"/>
                  </a:cubicBezTo>
                  <a:cubicBezTo>
                    <a:pt x="2451" y="549"/>
                    <a:pt x="2451" y="549"/>
                    <a:pt x="2451" y="549"/>
                  </a:cubicBezTo>
                  <a:cubicBezTo>
                    <a:pt x="2419" y="549"/>
                    <a:pt x="2419" y="517"/>
                    <a:pt x="2406" y="491"/>
                  </a:cubicBezTo>
                  <a:cubicBezTo>
                    <a:pt x="2393" y="465"/>
                    <a:pt x="2367" y="452"/>
                    <a:pt x="2367" y="420"/>
                  </a:cubicBezTo>
                  <a:cubicBezTo>
                    <a:pt x="2367" y="401"/>
                    <a:pt x="2393" y="394"/>
                    <a:pt x="2406" y="381"/>
                  </a:cubicBezTo>
                  <a:cubicBezTo>
                    <a:pt x="2406" y="271"/>
                    <a:pt x="2406" y="271"/>
                    <a:pt x="2406" y="271"/>
                  </a:cubicBezTo>
                  <a:cubicBezTo>
                    <a:pt x="2335" y="246"/>
                    <a:pt x="2283" y="246"/>
                    <a:pt x="2212" y="220"/>
                  </a:cubicBezTo>
                  <a:cubicBezTo>
                    <a:pt x="2199" y="213"/>
                    <a:pt x="2192" y="200"/>
                    <a:pt x="2179" y="194"/>
                  </a:cubicBezTo>
                  <a:cubicBezTo>
                    <a:pt x="2160" y="181"/>
                    <a:pt x="2141" y="181"/>
                    <a:pt x="2128" y="168"/>
                  </a:cubicBezTo>
                  <a:cubicBezTo>
                    <a:pt x="2115" y="161"/>
                    <a:pt x="2121" y="149"/>
                    <a:pt x="2115" y="136"/>
                  </a:cubicBezTo>
                  <a:cubicBezTo>
                    <a:pt x="2089" y="84"/>
                    <a:pt x="2076" y="58"/>
                    <a:pt x="2063" y="0"/>
                  </a:cubicBezTo>
                  <a:lnTo>
                    <a:pt x="2063" y="0"/>
                  </a:lnTo>
                  <a:cubicBezTo>
                    <a:pt x="2024" y="26"/>
                    <a:pt x="2011" y="45"/>
                    <a:pt x="1986" y="84"/>
                  </a:cubicBezTo>
                  <a:cubicBezTo>
                    <a:pt x="1973" y="103"/>
                    <a:pt x="1960" y="123"/>
                    <a:pt x="1960" y="155"/>
                  </a:cubicBezTo>
                  <a:cubicBezTo>
                    <a:pt x="1960" y="252"/>
                    <a:pt x="1960" y="252"/>
                    <a:pt x="1960" y="252"/>
                  </a:cubicBezTo>
                  <a:cubicBezTo>
                    <a:pt x="1927" y="252"/>
                    <a:pt x="1927" y="252"/>
                    <a:pt x="1927" y="252"/>
                  </a:cubicBezTo>
                  <a:cubicBezTo>
                    <a:pt x="1908" y="252"/>
                    <a:pt x="1895" y="233"/>
                    <a:pt x="1876" y="233"/>
                  </a:cubicBezTo>
                  <a:cubicBezTo>
                    <a:pt x="1850" y="233"/>
                    <a:pt x="1837" y="239"/>
                    <a:pt x="1817" y="239"/>
                  </a:cubicBezTo>
                  <a:cubicBezTo>
                    <a:pt x="1785" y="239"/>
                    <a:pt x="1766" y="233"/>
                    <a:pt x="1746" y="220"/>
                  </a:cubicBezTo>
                  <a:cubicBezTo>
                    <a:pt x="1720" y="207"/>
                    <a:pt x="1720" y="181"/>
                    <a:pt x="1701" y="181"/>
                  </a:cubicBezTo>
                  <a:cubicBezTo>
                    <a:pt x="1688" y="181"/>
                    <a:pt x="1675" y="187"/>
                    <a:pt x="1662" y="194"/>
                  </a:cubicBezTo>
                  <a:cubicBezTo>
                    <a:pt x="1643" y="194"/>
                    <a:pt x="1630" y="194"/>
                    <a:pt x="1610" y="194"/>
                  </a:cubicBezTo>
                  <a:cubicBezTo>
                    <a:pt x="1584" y="200"/>
                    <a:pt x="1572" y="220"/>
                    <a:pt x="1565" y="246"/>
                  </a:cubicBezTo>
                  <a:cubicBezTo>
                    <a:pt x="1559" y="259"/>
                    <a:pt x="1559" y="278"/>
                    <a:pt x="1546" y="278"/>
                  </a:cubicBezTo>
                  <a:cubicBezTo>
                    <a:pt x="1513" y="278"/>
                    <a:pt x="1500" y="265"/>
                    <a:pt x="1475" y="265"/>
                  </a:cubicBezTo>
                  <a:cubicBezTo>
                    <a:pt x="1416" y="265"/>
                    <a:pt x="1371" y="284"/>
                    <a:pt x="1319" y="252"/>
                  </a:cubicBezTo>
                  <a:cubicBezTo>
                    <a:pt x="1300" y="239"/>
                    <a:pt x="1300" y="220"/>
                    <a:pt x="1287" y="207"/>
                  </a:cubicBezTo>
                  <a:cubicBezTo>
                    <a:pt x="1274" y="194"/>
                    <a:pt x="1261" y="194"/>
                    <a:pt x="1248" y="181"/>
                  </a:cubicBezTo>
                  <a:cubicBezTo>
                    <a:pt x="1222" y="161"/>
                    <a:pt x="1222" y="136"/>
                    <a:pt x="1196" y="116"/>
                  </a:cubicBezTo>
                  <a:cubicBezTo>
                    <a:pt x="1190" y="110"/>
                    <a:pt x="1190" y="97"/>
                    <a:pt x="1184" y="97"/>
                  </a:cubicBezTo>
                  <a:cubicBezTo>
                    <a:pt x="1151" y="97"/>
                    <a:pt x="1132" y="103"/>
                    <a:pt x="1106" y="116"/>
                  </a:cubicBezTo>
                  <a:cubicBezTo>
                    <a:pt x="1087" y="129"/>
                    <a:pt x="1080" y="142"/>
                    <a:pt x="1061" y="142"/>
                  </a:cubicBezTo>
                  <a:cubicBezTo>
                    <a:pt x="1028" y="142"/>
                    <a:pt x="1015" y="110"/>
                    <a:pt x="983" y="110"/>
                  </a:cubicBezTo>
                  <a:cubicBezTo>
                    <a:pt x="970" y="110"/>
                    <a:pt x="964" y="123"/>
                    <a:pt x="957" y="136"/>
                  </a:cubicBezTo>
                  <a:cubicBezTo>
                    <a:pt x="944" y="155"/>
                    <a:pt x="944" y="168"/>
                    <a:pt x="938" y="187"/>
                  </a:cubicBezTo>
                  <a:cubicBezTo>
                    <a:pt x="931" y="220"/>
                    <a:pt x="918" y="239"/>
                    <a:pt x="912" y="278"/>
                  </a:cubicBezTo>
                  <a:cubicBezTo>
                    <a:pt x="905" y="297"/>
                    <a:pt x="905" y="323"/>
                    <a:pt x="886" y="323"/>
                  </a:cubicBezTo>
                  <a:cubicBezTo>
                    <a:pt x="873" y="323"/>
                    <a:pt x="860" y="323"/>
                    <a:pt x="854" y="310"/>
                  </a:cubicBezTo>
                  <a:cubicBezTo>
                    <a:pt x="841" y="297"/>
                    <a:pt x="847" y="278"/>
                    <a:pt x="841" y="259"/>
                  </a:cubicBezTo>
                  <a:cubicBezTo>
                    <a:pt x="828" y="239"/>
                    <a:pt x="808" y="233"/>
                    <a:pt x="796" y="220"/>
                  </a:cubicBezTo>
                  <a:cubicBezTo>
                    <a:pt x="750" y="175"/>
                    <a:pt x="750" y="136"/>
                    <a:pt x="705" y="97"/>
                  </a:cubicBezTo>
                  <a:cubicBezTo>
                    <a:pt x="698" y="97"/>
                    <a:pt x="692" y="103"/>
                    <a:pt x="686" y="97"/>
                  </a:cubicBezTo>
                  <a:cubicBezTo>
                    <a:pt x="666" y="181"/>
                    <a:pt x="679" y="239"/>
                    <a:pt x="634" y="310"/>
                  </a:cubicBezTo>
                  <a:cubicBezTo>
                    <a:pt x="608" y="349"/>
                    <a:pt x="569" y="349"/>
                    <a:pt x="530" y="362"/>
                  </a:cubicBezTo>
                  <a:cubicBezTo>
                    <a:pt x="511" y="375"/>
                    <a:pt x="492" y="375"/>
                    <a:pt x="479" y="394"/>
                  </a:cubicBezTo>
                  <a:cubicBezTo>
                    <a:pt x="459" y="407"/>
                    <a:pt x="453" y="433"/>
                    <a:pt x="427" y="433"/>
                  </a:cubicBezTo>
                  <a:cubicBezTo>
                    <a:pt x="414" y="433"/>
                    <a:pt x="408" y="420"/>
                    <a:pt x="394" y="414"/>
                  </a:cubicBezTo>
                  <a:cubicBezTo>
                    <a:pt x="349" y="388"/>
                    <a:pt x="323" y="362"/>
                    <a:pt x="272" y="362"/>
                  </a:cubicBezTo>
                  <a:cubicBezTo>
                    <a:pt x="233" y="362"/>
                    <a:pt x="220" y="401"/>
                    <a:pt x="188" y="401"/>
                  </a:cubicBezTo>
                  <a:cubicBezTo>
                    <a:pt x="149" y="401"/>
                    <a:pt x="129" y="381"/>
                    <a:pt x="97" y="362"/>
                  </a:cubicBezTo>
                  <a:cubicBezTo>
                    <a:pt x="84" y="356"/>
                    <a:pt x="78" y="336"/>
                    <a:pt x="65" y="336"/>
                  </a:cubicBezTo>
                  <a:cubicBezTo>
                    <a:pt x="58" y="336"/>
                    <a:pt x="52" y="349"/>
                    <a:pt x="45" y="349"/>
                  </a:cubicBezTo>
                  <a:lnTo>
                    <a:pt x="45" y="349"/>
                  </a:lnTo>
                  <a:cubicBezTo>
                    <a:pt x="32" y="401"/>
                    <a:pt x="0" y="427"/>
                    <a:pt x="0" y="485"/>
                  </a:cubicBezTo>
                  <a:cubicBezTo>
                    <a:pt x="0" y="504"/>
                    <a:pt x="13" y="517"/>
                    <a:pt x="19" y="537"/>
                  </a:cubicBezTo>
                  <a:cubicBezTo>
                    <a:pt x="32" y="569"/>
                    <a:pt x="13" y="595"/>
                    <a:pt x="32" y="621"/>
                  </a:cubicBezTo>
                  <a:cubicBezTo>
                    <a:pt x="39" y="634"/>
                    <a:pt x="58" y="640"/>
                    <a:pt x="65" y="647"/>
                  </a:cubicBezTo>
                  <a:cubicBezTo>
                    <a:pt x="97" y="666"/>
                    <a:pt x="123" y="684"/>
                    <a:pt x="129" y="723"/>
                  </a:cubicBezTo>
                  <a:cubicBezTo>
                    <a:pt x="136" y="762"/>
                    <a:pt x="142" y="788"/>
                    <a:pt x="162" y="827"/>
                  </a:cubicBezTo>
                  <a:cubicBezTo>
                    <a:pt x="181" y="878"/>
                    <a:pt x="226" y="898"/>
                    <a:pt x="226" y="956"/>
                  </a:cubicBezTo>
                  <a:cubicBezTo>
                    <a:pt x="226" y="982"/>
                    <a:pt x="220" y="995"/>
                    <a:pt x="220" y="1014"/>
                  </a:cubicBezTo>
                  <a:cubicBezTo>
                    <a:pt x="220" y="1034"/>
                    <a:pt x="239" y="1034"/>
                    <a:pt x="252" y="1040"/>
                  </a:cubicBezTo>
                  <a:cubicBezTo>
                    <a:pt x="278" y="1059"/>
                    <a:pt x="291" y="1072"/>
                    <a:pt x="323" y="1092"/>
                  </a:cubicBezTo>
                  <a:cubicBezTo>
                    <a:pt x="349" y="1105"/>
                    <a:pt x="369" y="1131"/>
                    <a:pt x="369" y="1163"/>
                  </a:cubicBezTo>
                  <a:cubicBezTo>
                    <a:pt x="369" y="1182"/>
                    <a:pt x="362" y="1195"/>
                    <a:pt x="362" y="1215"/>
                  </a:cubicBezTo>
                  <a:cubicBezTo>
                    <a:pt x="356" y="1227"/>
                    <a:pt x="362" y="1240"/>
                    <a:pt x="362" y="1253"/>
                  </a:cubicBezTo>
                  <a:cubicBezTo>
                    <a:pt x="356" y="1273"/>
                    <a:pt x="336" y="1279"/>
                    <a:pt x="336" y="1305"/>
                  </a:cubicBezTo>
                  <a:cubicBezTo>
                    <a:pt x="336" y="1409"/>
                    <a:pt x="336" y="1409"/>
                    <a:pt x="336" y="1409"/>
                  </a:cubicBezTo>
                  <a:cubicBezTo>
                    <a:pt x="336" y="1428"/>
                    <a:pt x="349" y="1441"/>
                    <a:pt x="356" y="1460"/>
                  </a:cubicBezTo>
                  <a:cubicBezTo>
                    <a:pt x="369" y="1486"/>
                    <a:pt x="375" y="1506"/>
                    <a:pt x="388" y="1531"/>
                  </a:cubicBezTo>
                  <a:cubicBezTo>
                    <a:pt x="401" y="1551"/>
                    <a:pt x="420" y="1564"/>
                    <a:pt x="420" y="1590"/>
                  </a:cubicBezTo>
                  <a:cubicBezTo>
                    <a:pt x="420" y="1615"/>
                    <a:pt x="408" y="1635"/>
                    <a:pt x="408" y="1661"/>
                  </a:cubicBezTo>
                  <a:cubicBezTo>
                    <a:pt x="408" y="1680"/>
                    <a:pt x="453" y="1732"/>
                    <a:pt x="453" y="1745"/>
                  </a:cubicBezTo>
                  <a:lnTo>
                    <a:pt x="453" y="1745"/>
                  </a:lnTo>
                  <a:cubicBezTo>
                    <a:pt x="517" y="1777"/>
                    <a:pt x="563" y="1784"/>
                    <a:pt x="634" y="1810"/>
                  </a:cubicBezTo>
                  <a:cubicBezTo>
                    <a:pt x="653" y="1816"/>
                    <a:pt x="673" y="1816"/>
                    <a:pt x="686" y="1829"/>
                  </a:cubicBezTo>
                  <a:cubicBezTo>
                    <a:pt x="698" y="1848"/>
                    <a:pt x="698" y="1861"/>
                    <a:pt x="698" y="1887"/>
                  </a:cubicBezTo>
                  <a:cubicBezTo>
                    <a:pt x="698" y="1913"/>
                    <a:pt x="705" y="1932"/>
                    <a:pt x="705" y="1958"/>
                  </a:cubicBezTo>
                  <a:cubicBezTo>
                    <a:pt x="705" y="1997"/>
                    <a:pt x="673" y="2017"/>
                    <a:pt x="673" y="2062"/>
                  </a:cubicBezTo>
                  <a:cubicBezTo>
                    <a:pt x="673" y="2094"/>
                    <a:pt x="686" y="2107"/>
                    <a:pt x="686" y="2139"/>
                  </a:cubicBezTo>
                  <a:cubicBezTo>
                    <a:pt x="686" y="2172"/>
                    <a:pt x="673" y="2185"/>
                    <a:pt x="673" y="2217"/>
                  </a:cubicBezTo>
                  <a:cubicBezTo>
                    <a:pt x="673" y="2307"/>
                    <a:pt x="673" y="2307"/>
                    <a:pt x="673" y="2307"/>
                  </a:cubicBezTo>
                  <a:cubicBezTo>
                    <a:pt x="673" y="2321"/>
                    <a:pt x="686" y="2327"/>
                    <a:pt x="686" y="2340"/>
                  </a:cubicBezTo>
                  <a:cubicBezTo>
                    <a:pt x="686" y="2437"/>
                    <a:pt x="686" y="2437"/>
                    <a:pt x="686" y="2437"/>
                  </a:cubicBezTo>
                  <a:cubicBezTo>
                    <a:pt x="731" y="2437"/>
                    <a:pt x="750" y="2456"/>
                    <a:pt x="789" y="2469"/>
                  </a:cubicBezTo>
                  <a:cubicBezTo>
                    <a:pt x="841" y="2489"/>
                    <a:pt x="886" y="2482"/>
                    <a:pt x="938" y="2489"/>
                  </a:cubicBezTo>
                  <a:lnTo>
                    <a:pt x="938" y="2489"/>
                  </a:lnTo>
                  <a:cubicBezTo>
                    <a:pt x="977" y="2502"/>
                    <a:pt x="1015" y="2508"/>
                    <a:pt x="1054" y="2521"/>
                  </a:cubicBezTo>
                  <a:cubicBezTo>
                    <a:pt x="1093" y="2540"/>
                    <a:pt x="1106" y="2566"/>
                    <a:pt x="1145" y="2586"/>
                  </a:cubicBezTo>
                  <a:cubicBezTo>
                    <a:pt x="1184" y="2605"/>
                    <a:pt x="1216" y="2598"/>
                    <a:pt x="1268" y="2605"/>
                  </a:cubicBezTo>
                  <a:cubicBezTo>
                    <a:pt x="1332" y="2611"/>
                    <a:pt x="1365" y="2637"/>
                    <a:pt x="1423" y="2657"/>
                  </a:cubicBezTo>
                  <a:cubicBezTo>
                    <a:pt x="1488" y="2676"/>
                    <a:pt x="1533" y="2676"/>
                    <a:pt x="1591" y="2709"/>
                  </a:cubicBezTo>
                  <a:cubicBezTo>
                    <a:pt x="1649" y="2741"/>
                    <a:pt x="1675" y="2779"/>
                    <a:pt x="1733" y="2825"/>
                  </a:cubicBezTo>
                  <a:cubicBezTo>
                    <a:pt x="1766" y="2857"/>
                    <a:pt x="1779" y="2877"/>
                    <a:pt x="1817" y="2896"/>
                  </a:cubicBezTo>
                  <a:cubicBezTo>
                    <a:pt x="1850" y="2915"/>
                    <a:pt x="1876" y="2928"/>
                    <a:pt x="1908" y="2954"/>
                  </a:cubicBezTo>
                  <a:cubicBezTo>
                    <a:pt x="1973" y="3006"/>
                    <a:pt x="2024" y="3019"/>
                    <a:pt x="2102" y="3058"/>
                  </a:cubicBezTo>
                  <a:cubicBezTo>
                    <a:pt x="2115" y="3064"/>
                    <a:pt x="2121" y="3077"/>
                    <a:pt x="2128" y="3090"/>
                  </a:cubicBezTo>
                  <a:cubicBezTo>
                    <a:pt x="2141" y="3116"/>
                    <a:pt x="2147" y="3129"/>
                    <a:pt x="2154" y="3155"/>
                  </a:cubicBezTo>
                  <a:close/>
                </a:path>
              </a:pathLst>
            </a:custGeom>
            <a:solidFill>
              <a:srgbClr val="CC0000"/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 dirty="0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728D5CED-05A8-26C9-4895-B4BDE0942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5383" y="4861776"/>
              <a:ext cx="944728" cy="821997"/>
            </a:xfrm>
            <a:custGeom>
              <a:avLst/>
              <a:gdLst>
                <a:gd name="T0" fmla="*/ 356 w 2885"/>
                <a:gd name="T1" fmla="*/ 0 h 2510"/>
                <a:gd name="T2" fmla="*/ 530 w 2885"/>
                <a:gd name="T3" fmla="*/ 84 h 2510"/>
                <a:gd name="T4" fmla="*/ 718 w 2885"/>
                <a:gd name="T5" fmla="*/ 265 h 2510"/>
                <a:gd name="T6" fmla="*/ 841 w 2885"/>
                <a:gd name="T7" fmla="*/ 394 h 2510"/>
                <a:gd name="T8" fmla="*/ 1048 w 2885"/>
                <a:gd name="T9" fmla="*/ 472 h 2510"/>
                <a:gd name="T10" fmla="*/ 1261 w 2885"/>
                <a:gd name="T11" fmla="*/ 388 h 2510"/>
                <a:gd name="T12" fmla="*/ 1384 w 2885"/>
                <a:gd name="T13" fmla="*/ 394 h 2510"/>
                <a:gd name="T14" fmla="*/ 1578 w 2885"/>
                <a:gd name="T15" fmla="*/ 478 h 2510"/>
                <a:gd name="T16" fmla="*/ 1791 w 2885"/>
                <a:gd name="T17" fmla="*/ 601 h 2510"/>
                <a:gd name="T18" fmla="*/ 1766 w 2885"/>
                <a:gd name="T19" fmla="*/ 465 h 2510"/>
                <a:gd name="T20" fmla="*/ 1772 w 2885"/>
                <a:gd name="T21" fmla="*/ 304 h 2510"/>
                <a:gd name="T22" fmla="*/ 1791 w 2885"/>
                <a:gd name="T23" fmla="*/ 232 h 2510"/>
                <a:gd name="T24" fmla="*/ 2037 w 2885"/>
                <a:gd name="T25" fmla="*/ 355 h 2510"/>
                <a:gd name="T26" fmla="*/ 2121 w 2885"/>
                <a:gd name="T27" fmla="*/ 569 h 2510"/>
                <a:gd name="T28" fmla="*/ 2289 w 2885"/>
                <a:gd name="T29" fmla="*/ 802 h 2510"/>
                <a:gd name="T30" fmla="*/ 2341 w 2885"/>
                <a:gd name="T31" fmla="*/ 957 h 2510"/>
                <a:gd name="T32" fmla="*/ 2425 w 2885"/>
                <a:gd name="T33" fmla="*/ 1164 h 2510"/>
                <a:gd name="T34" fmla="*/ 2619 w 2885"/>
                <a:gd name="T35" fmla="*/ 1565 h 2510"/>
                <a:gd name="T36" fmla="*/ 2826 w 2885"/>
                <a:gd name="T37" fmla="*/ 2024 h 2510"/>
                <a:gd name="T38" fmla="*/ 2884 w 2885"/>
                <a:gd name="T39" fmla="*/ 2250 h 2510"/>
                <a:gd name="T40" fmla="*/ 2729 w 2885"/>
                <a:gd name="T41" fmla="*/ 2386 h 2510"/>
                <a:gd name="T42" fmla="*/ 2613 w 2885"/>
                <a:gd name="T43" fmla="*/ 2366 h 2510"/>
                <a:gd name="T44" fmla="*/ 2516 w 2885"/>
                <a:gd name="T45" fmla="*/ 2308 h 2510"/>
                <a:gd name="T46" fmla="*/ 2250 w 2885"/>
                <a:gd name="T47" fmla="*/ 2198 h 2510"/>
                <a:gd name="T48" fmla="*/ 2005 w 2885"/>
                <a:gd name="T49" fmla="*/ 2153 h 2510"/>
                <a:gd name="T50" fmla="*/ 1571 w 2885"/>
                <a:gd name="T51" fmla="*/ 2509 h 2510"/>
                <a:gd name="T52" fmla="*/ 1410 w 2885"/>
                <a:gd name="T53" fmla="*/ 2334 h 2510"/>
                <a:gd name="T54" fmla="*/ 1390 w 2885"/>
                <a:gd name="T55" fmla="*/ 2153 h 2510"/>
                <a:gd name="T56" fmla="*/ 1390 w 2885"/>
                <a:gd name="T57" fmla="*/ 2069 h 2510"/>
                <a:gd name="T58" fmla="*/ 1216 w 2885"/>
                <a:gd name="T59" fmla="*/ 1914 h 2510"/>
                <a:gd name="T60" fmla="*/ 976 w 2885"/>
                <a:gd name="T61" fmla="*/ 1830 h 2510"/>
                <a:gd name="T62" fmla="*/ 808 w 2885"/>
                <a:gd name="T63" fmla="*/ 1771 h 2510"/>
                <a:gd name="T64" fmla="*/ 666 w 2885"/>
                <a:gd name="T65" fmla="*/ 1675 h 2510"/>
                <a:gd name="T66" fmla="*/ 685 w 2885"/>
                <a:gd name="T67" fmla="*/ 1616 h 2510"/>
                <a:gd name="T68" fmla="*/ 459 w 2885"/>
                <a:gd name="T69" fmla="*/ 1545 h 2510"/>
                <a:gd name="T70" fmla="*/ 375 w 2885"/>
                <a:gd name="T71" fmla="*/ 1558 h 2510"/>
                <a:gd name="T72" fmla="*/ 285 w 2885"/>
                <a:gd name="T73" fmla="*/ 1429 h 2510"/>
                <a:gd name="T74" fmla="*/ 162 w 2885"/>
                <a:gd name="T75" fmla="*/ 1299 h 2510"/>
                <a:gd name="T76" fmla="*/ 492 w 2885"/>
                <a:gd name="T77" fmla="*/ 931 h 2510"/>
                <a:gd name="T78" fmla="*/ 155 w 2885"/>
                <a:gd name="T79" fmla="*/ 1151 h 2510"/>
                <a:gd name="T80" fmla="*/ 0 w 2885"/>
                <a:gd name="T81" fmla="*/ 1196 h 2510"/>
                <a:gd name="T82" fmla="*/ 26 w 2885"/>
                <a:gd name="T83" fmla="*/ 1138 h 2510"/>
                <a:gd name="T84" fmla="*/ 90 w 2885"/>
                <a:gd name="T85" fmla="*/ 1106 h 2510"/>
                <a:gd name="T86" fmla="*/ 65 w 2885"/>
                <a:gd name="T87" fmla="*/ 1041 h 2510"/>
                <a:gd name="T88" fmla="*/ 6 w 2885"/>
                <a:gd name="T89" fmla="*/ 989 h 2510"/>
                <a:gd name="T90" fmla="*/ 52 w 2885"/>
                <a:gd name="T91" fmla="*/ 840 h 2510"/>
                <a:gd name="T92" fmla="*/ 129 w 2885"/>
                <a:gd name="T93" fmla="*/ 692 h 2510"/>
                <a:gd name="T94" fmla="*/ 200 w 2885"/>
                <a:gd name="T95" fmla="*/ 653 h 2510"/>
                <a:gd name="T96" fmla="*/ 226 w 2885"/>
                <a:gd name="T97" fmla="*/ 498 h 2510"/>
                <a:gd name="T98" fmla="*/ 272 w 2885"/>
                <a:gd name="T99" fmla="*/ 239 h 2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85" h="2510">
                  <a:moveTo>
                    <a:pt x="356" y="0"/>
                  </a:moveTo>
                  <a:lnTo>
                    <a:pt x="356" y="0"/>
                  </a:lnTo>
                  <a:cubicBezTo>
                    <a:pt x="407" y="19"/>
                    <a:pt x="433" y="19"/>
                    <a:pt x="479" y="32"/>
                  </a:cubicBezTo>
                  <a:cubicBezTo>
                    <a:pt x="504" y="38"/>
                    <a:pt x="511" y="64"/>
                    <a:pt x="530" y="84"/>
                  </a:cubicBezTo>
                  <a:cubicBezTo>
                    <a:pt x="556" y="110"/>
                    <a:pt x="576" y="129"/>
                    <a:pt x="601" y="161"/>
                  </a:cubicBezTo>
                  <a:cubicBezTo>
                    <a:pt x="640" y="207"/>
                    <a:pt x="679" y="226"/>
                    <a:pt x="718" y="265"/>
                  </a:cubicBezTo>
                  <a:cubicBezTo>
                    <a:pt x="744" y="297"/>
                    <a:pt x="744" y="323"/>
                    <a:pt x="769" y="355"/>
                  </a:cubicBezTo>
                  <a:cubicBezTo>
                    <a:pt x="789" y="381"/>
                    <a:pt x="815" y="381"/>
                    <a:pt x="841" y="394"/>
                  </a:cubicBezTo>
                  <a:cubicBezTo>
                    <a:pt x="886" y="414"/>
                    <a:pt x="918" y="426"/>
                    <a:pt x="970" y="439"/>
                  </a:cubicBezTo>
                  <a:cubicBezTo>
                    <a:pt x="996" y="452"/>
                    <a:pt x="1015" y="472"/>
                    <a:pt x="1048" y="472"/>
                  </a:cubicBezTo>
                  <a:cubicBezTo>
                    <a:pt x="1080" y="472"/>
                    <a:pt x="1093" y="452"/>
                    <a:pt x="1125" y="439"/>
                  </a:cubicBezTo>
                  <a:cubicBezTo>
                    <a:pt x="1177" y="420"/>
                    <a:pt x="1209" y="407"/>
                    <a:pt x="1261" y="388"/>
                  </a:cubicBezTo>
                  <a:cubicBezTo>
                    <a:pt x="1294" y="381"/>
                    <a:pt x="1313" y="362"/>
                    <a:pt x="1345" y="362"/>
                  </a:cubicBezTo>
                  <a:cubicBezTo>
                    <a:pt x="1364" y="362"/>
                    <a:pt x="1371" y="381"/>
                    <a:pt x="1384" y="394"/>
                  </a:cubicBezTo>
                  <a:cubicBezTo>
                    <a:pt x="1416" y="414"/>
                    <a:pt x="1436" y="420"/>
                    <a:pt x="1475" y="433"/>
                  </a:cubicBezTo>
                  <a:cubicBezTo>
                    <a:pt x="1513" y="446"/>
                    <a:pt x="1539" y="459"/>
                    <a:pt x="1578" y="478"/>
                  </a:cubicBezTo>
                  <a:cubicBezTo>
                    <a:pt x="1617" y="504"/>
                    <a:pt x="1649" y="504"/>
                    <a:pt x="1688" y="536"/>
                  </a:cubicBezTo>
                  <a:cubicBezTo>
                    <a:pt x="1720" y="569"/>
                    <a:pt x="1746" y="601"/>
                    <a:pt x="1791" y="601"/>
                  </a:cubicBezTo>
                  <a:cubicBezTo>
                    <a:pt x="1804" y="601"/>
                    <a:pt x="1811" y="595"/>
                    <a:pt x="1824" y="595"/>
                  </a:cubicBezTo>
                  <a:cubicBezTo>
                    <a:pt x="1766" y="465"/>
                    <a:pt x="1766" y="465"/>
                    <a:pt x="1766" y="465"/>
                  </a:cubicBezTo>
                  <a:cubicBezTo>
                    <a:pt x="1785" y="439"/>
                    <a:pt x="1798" y="414"/>
                    <a:pt x="1798" y="381"/>
                  </a:cubicBezTo>
                  <a:cubicBezTo>
                    <a:pt x="1798" y="349"/>
                    <a:pt x="1772" y="336"/>
                    <a:pt x="1772" y="304"/>
                  </a:cubicBezTo>
                  <a:cubicBezTo>
                    <a:pt x="1772" y="278"/>
                    <a:pt x="1785" y="258"/>
                    <a:pt x="1791" y="232"/>
                  </a:cubicBezTo>
                  <a:lnTo>
                    <a:pt x="1791" y="232"/>
                  </a:lnTo>
                  <a:cubicBezTo>
                    <a:pt x="1811" y="245"/>
                    <a:pt x="1830" y="252"/>
                    <a:pt x="1850" y="265"/>
                  </a:cubicBezTo>
                  <a:cubicBezTo>
                    <a:pt x="1921" y="304"/>
                    <a:pt x="1966" y="310"/>
                    <a:pt x="2037" y="355"/>
                  </a:cubicBezTo>
                  <a:cubicBezTo>
                    <a:pt x="2102" y="394"/>
                    <a:pt x="2134" y="452"/>
                    <a:pt x="2134" y="530"/>
                  </a:cubicBezTo>
                  <a:cubicBezTo>
                    <a:pt x="2134" y="549"/>
                    <a:pt x="2121" y="556"/>
                    <a:pt x="2121" y="569"/>
                  </a:cubicBezTo>
                  <a:cubicBezTo>
                    <a:pt x="2121" y="601"/>
                    <a:pt x="2147" y="607"/>
                    <a:pt x="2160" y="640"/>
                  </a:cubicBezTo>
                  <a:cubicBezTo>
                    <a:pt x="2199" y="711"/>
                    <a:pt x="2238" y="743"/>
                    <a:pt x="2289" y="802"/>
                  </a:cubicBezTo>
                  <a:cubicBezTo>
                    <a:pt x="2322" y="834"/>
                    <a:pt x="2348" y="860"/>
                    <a:pt x="2348" y="905"/>
                  </a:cubicBezTo>
                  <a:cubicBezTo>
                    <a:pt x="2348" y="924"/>
                    <a:pt x="2341" y="937"/>
                    <a:pt x="2341" y="957"/>
                  </a:cubicBezTo>
                  <a:cubicBezTo>
                    <a:pt x="2341" y="983"/>
                    <a:pt x="2341" y="995"/>
                    <a:pt x="2341" y="1021"/>
                  </a:cubicBezTo>
                  <a:cubicBezTo>
                    <a:pt x="2380" y="1073"/>
                    <a:pt x="2393" y="1106"/>
                    <a:pt x="2425" y="1164"/>
                  </a:cubicBezTo>
                  <a:cubicBezTo>
                    <a:pt x="2484" y="1261"/>
                    <a:pt x="2529" y="1312"/>
                    <a:pt x="2574" y="1416"/>
                  </a:cubicBezTo>
                  <a:cubicBezTo>
                    <a:pt x="2600" y="1468"/>
                    <a:pt x="2593" y="1513"/>
                    <a:pt x="2619" y="1565"/>
                  </a:cubicBezTo>
                  <a:cubicBezTo>
                    <a:pt x="2658" y="1649"/>
                    <a:pt x="2697" y="1687"/>
                    <a:pt x="2729" y="1771"/>
                  </a:cubicBezTo>
                  <a:cubicBezTo>
                    <a:pt x="2774" y="1862"/>
                    <a:pt x="2787" y="1920"/>
                    <a:pt x="2826" y="2024"/>
                  </a:cubicBezTo>
                  <a:cubicBezTo>
                    <a:pt x="2852" y="2095"/>
                    <a:pt x="2884" y="2134"/>
                    <a:pt x="2884" y="2211"/>
                  </a:cubicBezTo>
                  <a:cubicBezTo>
                    <a:pt x="2884" y="2250"/>
                    <a:pt x="2884" y="2250"/>
                    <a:pt x="2884" y="2250"/>
                  </a:cubicBezTo>
                  <a:cubicBezTo>
                    <a:pt x="2884" y="2289"/>
                    <a:pt x="2884" y="2321"/>
                    <a:pt x="2859" y="2347"/>
                  </a:cubicBezTo>
                  <a:cubicBezTo>
                    <a:pt x="2826" y="2386"/>
                    <a:pt x="2781" y="2386"/>
                    <a:pt x="2729" y="2386"/>
                  </a:cubicBezTo>
                  <a:cubicBezTo>
                    <a:pt x="2684" y="2386"/>
                    <a:pt x="2684" y="2386"/>
                    <a:pt x="2684" y="2386"/>
                  </a:cubicBezTo>
                  <a:cubicBezTo>
                    <a:pt x="2658" y="2386"/>
                    <a:pt x="2639" y="2373"/>
                    <a:pt x="2613" y="2366"/>
                  </a:cubicBezTo>
                  <a:cubicBezTo>
                    <a:pt x="2587" y="2366"/>
                    <a:pt x="2568" y="2373"/>
                    <a:pt x="2548" y="2354"/>
                  </a:cubicBezTo>
                  <a:cubicBezTo>
                    <a:pt x="2529" y="2341"/>
                    <a:pt x="2529" y="2321"/>
                    <a:pt x="2516" y="2308"/>
                  </a:cubicBezTo>
                  <a:cubicBezTo>
                    <a:pt x="2464" y="2257"/>
                    <a:pt x="2432" y="2218"/>
                    <a:pt x="2361" y="2211"/>
                  </a:cubicBezTo>
                  <a:cubicBezTo>
                    <a:pt x="2322" y="2205"/>
                    <a:pt x="2296" y="2211"/>
                    <a:pt x="2250" y="2198"/>
                  </a:cubicBezTo>
                  <a:cubicBezTo>
                    <a:pt x="2231" y="2198"/>
                    <a:pt x="2225" y="2185"/>
                    <a:pt x="2205" y="2179"/>
                  </a:cubicBezTo>
                  <a:cubicBezTo>
                    <a:pt x="2128" y="2153"/>
                    <a:pt x="2082" y="2153"/>
                    <a:pt x="2005" y="2153"/>
                  </a:cubicBezTo>
                  <a:cubicBezTo>
                    <a:pt x="1843" y="2153"/>
                    <a:pt x="1759" y="2257"/>
                    <a:pt x="1656" y="2379"/>
                  </a:cubicBezTo>
                  <a:cubicBezTo>
                    <a:pt x="1617" y="2431"/>
                    <a:pt x="1617" y="2477"/>
                    <a:pt x="1571" y="2509"/>
                  </a:cubicBezTo>
                  <a:cubicBezTo>
                    <a:pt x="1539" y="2477"/>
                    <a:pt x="1533" y="2451"/>
                    <a:pt x="1500" y="2418"/>
                  </a:cubicBezTo>
                  <a:cubicBezTo>
                    <a:pt x="1468" y="2379"/>
                    <a:pt x="1436" y="2373"/>
                    <a:pt x="1410" y="2334"/>
                  </a:cubicBezTo>
                  <a:cubicBezTo>
                    <a:pt x="1384" y="2295"/>
                    <a:pt x="1390" y="2263"/>
                    <a:pt x="1390" y="2211"/>
                  </a:cubicBezTo>
                  <a:cubicBezTo>
                    <a:pt x="1390" y="2153"/>
                    <a:pt x="1390" y="2153"/>
                    <a:pt x="1390" y="2153"/>
                  </a:cubicBezTo>
                  <a:cubicBezTo>
                    <a:pt x="1390" y="2147"/>
                    <a:pt x="1390" y="2147"/>
                    <a:pt x="1390" y="2140"/>
                  </a:cubicBezTo>
                  <a:cubicBezTo>
                    <a:pt x="1390" y="2114"/>
                    <a:pt x="1390" y="2101"/>
                    <a:pt x="1390" y="2069"/>
                  </a:cubicBezTo>
                  <a:cubicBezTo>
                    <a:pt x="1390" y="2024"/>
                    <a:pt x="1332" y="2017"/>
                    <a:pt x="1294" y="1991"/>
                  </a:cubicBezTo>
                  <a:cubicBezTo>
                    <a:pt x="1248" y="1985"/>
                    <a:pt x="1235" y="1953"/>
                    <a:pt x="1216" y="1914"/>
                  </a:cubicBezTo>
                  <a:cubicBezTo>
                    <a:pt x="1209" y="1933"/>
                    <a:pt x="1209" y="1946"/>
                    <a:pt x="1203" y="1966"/>
                  </a:cubicBezTo>
                  <a:cubicBezTo>
                    <a:pt x="1099" y="1933"/>
                    <a:pt x="1061" y="1888"/>
                    <a:pt x="976" y="1830"/>
                  </a:cubicBezTo>
                  <a:cubicBezTo>
                    <a:pt x="944" y="1804"/>
                    <a:pt x="925" y="1771"/>
                    <a:pt x="886" y="1771"/>
                  </a:cubicBezTo>
                  <a:cubicBezTo>
                    <a:pt x="808" y="1771"/>
                    <a:pt x="808" y="1771"/>
                    <a:pt x="808" y="1771"/>
                  </a:cubicBezTo>
                  <a:cubicBezTo>
                    <a:pt x="776" y="1771"/>
                    <a:pt x="776" y="1739"/>
                    <a:pt x="750" y="1713"/>
                  </a:cubicBezTo>
                  <a:cubicBezTo>
                    <a:pt x="724" y="1694"/>
                    <a:pt x="699" y="1687"/>
                    <a:pt x="666" y="1675"/>
                  </a:cubicBezTo>
                  <a:cubicBezTo>
                    <a:pt x="679" y="1636"/>
                    <a:pt x="718" y="1629"/>
                    <a:pt x="737" y="1590"/>
                  </a:cubicBezTo>
                  <a:cubicBezTo>
                    <a:pt x="718" y="1603"/>
                    <a:pt x="711" y="1616"/>
                    <a:pt x="685" y="1616"/>
                  </a:cubicBezTo>
                  <a:cubicBezTo>
                    <a:pt x="660" y="1616"/>
                    <a:pt x="653" y="1590"/>
                    <a:pt x="627" y="1584"/>
                  </a:cubicBezTo>
                  <a:cubicBezTo>
                    <a:pt x="563" y="1558"/>
                    <a:pt x="524" y="1545"/>
                    <a:pt x="459" y="1545"/>
                  </a:cubicBezTo>
                  <a:cubicBezTo>
                    <a:pt x="407" y="1545"/>
                    <a:pt x="407" y="1545"/>
                    <a:pt x="407" y="1545"/>
                  </a:cubicBezTo>
                  <a:cubicBezTo>
                    <a:pt x="394" y="1545"/>
                    <a:pt x="388" y="1558"/>
                    <a:pt x="375" y="1558"/>
                  </a:cubicBezTo>
                  <a:cubicBezTo>
                    <a:pt x="349" y="1558"/>
                    <a:pt x="343" y="1526"/>
                    <a:pt x="336" y="1506"/>
                  </a:cubicBezTo>
                  <a:cubicBezTo>
                    <a:pt x="323" y="1468"/>
                    <a:pt x="310" y="1455"/>
                    <a:pt x="285" y="1429"/>
                  </a:cubicBezTo>
                  <a:cubicBezTo>
                    <a:pt x="259" y="1397"/>
                    <a:pt x="239" y="1383"/>
                    <a:pt x="213" y="1358"/>
                  </a:cubicBezTo>
                  <a:cubicBezTo>
                    <a:pt x="194" y="1332"/>
                    <a:pt x="162" y="1325"/>
                    <a:pt x="162" y="1299"/>
                  </a:cubicBezTo>
                  <a:cubicBezTo>
                    <a:pt x="162" y="1209"/>
                    <a:pt x="246" y="1170"/>
                    <a:pt x="330" y="1125"/>
                  </a:cubicBezTo>
                  <a:cubicBezTo>
                    <a:pt x="414" y="1080"/>
                    <a:pt x="459" y="1028"/>
                    <a:pt x="492" y="931"/>
                  </a:cubicBezTo>
                  <a:cubicBezTo>
                    <a:pt x="414" y="983"/>
                    <a:pt x="369" y="1002"/>
                    <a:pt x="291" y="1054"/>
                  </a:cubicBezTo>
                  <a:cubicBezTo>
                    <a:pt x="239" y="1086"/>
                    <a:pt x="207" y="1106"/>
                    <a:pt x="155" y="1151"/>
                  </a:cubicBezTo>
                  <a:cubicBezTo>
                    <a:pt x="136" y="1170"/>
                    <a:pt x="142" y="1215"/>
                    <a:pt x="110" y="1215"/>
                  </a:cubicBezTo>
                  <a:cubicBezTo>
                    <a:pt x="65" y="1215"/>
                    <a:pt x="32" y="1202"/>
                    <a:pt x="0" y="1196"/>
                  </a:cubicBezTo>
                  <a:lnTo>
                    <a:pt x="0" y="1196"/>
                  </a:lnTo>
                  <a:cubicBezTo>
                    <a:pt x="6" y="1177"/>
                    <a:pt x="6" y="1151"/>
                    <a:pt x="26" y="1138"/>
                  </a:cubicBezTo>
                  <a:cubicBezTo>
                    <a:pt x="39" y="1125"/>
                    <a:pt x="58" y="1131"/>
                    <a:pt x="78" y="1118"/>
                  </a:cubicBezTo>
                  <a:cubicBezTo>
                    <a:pt x="84" y="1118"/>
                    <a:pt x="90" y="1118"/>
                    <a:pt x="90" y="1106"/>
                  </a:cubicBezTo>
                  <a:cubicBezTo>
                    <a:pt x="90" y="1093"/>
                    <a:pt x="84" y="1086"/>
                    <a:pt x="78" y="1073"/>
                  </a:cubicBezTo>
                  <a:cubicBezTo>
                    <a:pt x="78" y="1060"/>
                    <a:pt x="71" y="1047"/>
                    <a:pt x="65" y="1041"/>
                  </a:cubicBezTo>
                  <a:cubicBezTo>
                    <a:pt x="45" y="1021"/>
                    <a:pt x="26" y="1028"/>
                    <a:pt x="13" y="1015"/>
                  </a:cubicBezTo>
                  <a:cubicBezTo>
                    <a:pt x="6" y="1008"/>
                    <a:pt x="6" y="1002"/>
                    <a:pt x="6" y="989"/>
                  </a:cubicBezTo>
                  <a:cubicBezTo>
                    <a:pt x="6" y="950"/>
                    <a:pt x="32" y="931"/>
                    <a:pt x="45" y="892"/>
                  </a:cubicBezTo>
                  <a:cubicBezTo>
                    <a:pt x="52" y="873"/>
                    <a:pt x="52" y="860"/>
                    <a:pt x="52" y="840"/>
                  </a:cubicBezTo>
                  <a:cubicBezTo>
                    <a:pt x="58" y="821"/>
                    <a:pt x="71" y="808"/>
                    <a:pt x="78" y="789"/>
                  </a:cubicBezTo>
                  <a:cubicBezTo>
                    <a:pt x="90" y="750"/>
                    <a:pt x="90" y="718"/>
                    <a:pt x="129" y="692"/>
                  </a:cubicBezTo>
                  <a:lnTo>
                    <a:pt x="129" y="692"/>
                  </a:lnTo>
                  <a:cubicBezTo>
                    <a:pt x="155" y="672"/>
                    <a:pt x="181" y="679"/>
                    <a:pt x="200" y="653"/>
                  </a:cubicBezTo>
                  <a:cubicBezTo>
                    <a:pt x="220" y="633"/>
                    <a:pt x="226" y="614"/>
                    <a:pt x="226" y="588"/>
                  </a:cubicBezTo>
                  <a:cubicBezTo>
                    <a:pt x="226" y="498"/>
                    <a:pt x="226" y="498"/>
                    <a:pt x="226" y="498"/>
                  </a:cubicBezTo>
                  <a:cubicBezTo>
                    <a:pt x="226" y="420"/>
                    <a:pt x="213" y="375"/>
                    <a:pt x="239" y="304"/>
                  </a:cubicBezTo>
                  <a:cubicBezTo>
                    <a:pt x="252" y="278"/>
                    <a:pt x="259" y="265"/>
                    <a:pt x="272" y="239"/>
                  </a:cubicBezTo>
                  <a:cubicBezTo>
                    <a:pt x="304" y="142"/>
                    <a:pt x="343" y="103"/>
                    <a:pt x="356" y="0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7AD4EB55-951D-4DD9-3C55-9FAE0A168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6355" y="4803992"/>
              <a:ext cx="39002" cy="39006"/>
            </a:xfrm>
            <a:custGeom>
              <a:avLst/>
              <a:gdLst>
                <a:gd name="T0" fmla="*/ 116 w 117"/>
                <a:gd name="T1" fmla="*/ 0 h 118"/>
                <a:gd name="T2" fmla="*/ 116 w 117"/>
                <a:gd name="T3" fmla="*/ 0 h 118"/>
                <a:gd name="T4" fmla="*/ 84 w 117"/>
                <a:gd name="T5" fmla="*/ 13 h 118"/>
                <a:gd name="T6" fmla="*/ 45 w 117"/>
                <a:gd name="T7" fmla="*/ 6 h 118"/>
                <a:gd name="T8" fmla="*/ 13 w 117"/>
                <a:gd name="T9" fmla="*/ 0 h 118"/>
                <a:gd name="T10" fmla="*/ 0 w 117"/>
                <a:gd name="T11" fmla="*/ 32 h 118"/>
                <a:gd name="T12" fmla="*/ 6 w 117"/>
                <a:gd name="T13" fmla="*/ 65 h 118"/>
                <a:gd name="T14" fmla="*/ 13 w 117"/>
                <a:gd name="T15" fmla="*/ 71 h 118"/>
                <a:gd name="T16" fmla="*/ 25 w 117"/>
                <a:gd name="T17" fmla="*/ 84 h 118"/>
                <a:gd name="T18" fmla="*/ 45 w 117"/>
                <a:gd name="T19" fmla="*/ 97 h 118"/>
                <a:gd name="T20" fmla="*/ 58 w 117"/>
                <a:gd name="T21" fmla="*/ 103 h 118"/>
                <a:gd name="T22" fmla="*/ 64 w 117"/>
                <a:gd name="T23" fmla="*/ 117 h 118"/>
                <a:gd name="T24" fmla="*/ 84 w 117"/>
                <a:gd name="T25" fmla="*/ 110 h 118"/>
                <a:gd name="T26" fmla="*/ 97 w 117"/>
                <a:gd name="T27" fmla="*/ 97 h 118"/>
                <a:gd name="T28" fmla="*/ 97 w 117"/>
                <a:gd name="T29" fmla="*/ 84 h 118"/>
                <a:gd name="T30" fmla="*/ 103 w 117"/>
                <a:gd name="T31" fmla="*/ 78 h 118"/>
                <a:gd name="T32" fmla="*/ 103 w 117"/>
                <a:gd name="T33" fmla="*/ 65 h 118"/>
                <a:gd name="T34" fmla="*/ 109 w 117"/>
                <a:gd name="T35" fmla="*/ 45 h 118"/>
                <a:gd name="T36" fmla="*/ 116 w 117"/>
                <a:gd name="T37" fmla="*/ 45 h 118"/>
                <a:gd name="T38" fmla="*/ 116 w 117"/>
                <a:gd name="T3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7" h="118">
                  <a:moveTo>
                    <a:pt x="116" y="0"/>
                  </a:moveTo>
                  <a:lnTo>
                    <a:pt x="116" y="0"/>
                  </a:lnTo>
                  <a:cubicBezTo>
                    <a:pt x="103" y="6"/>
                    <a:pt x="97" y="13"/>
                    <a:pt x="84" y="13"/>
                  </a:cubicBezTo>
                  <a:cubicBezTo>
                    <a:pt x="71" y="13"/>
                    <a:pt x="58" y="13"/>
                    <a:pt x="45" y="6"/>
                  </a:cubicBezTo>
                  <a:cubicBezTo>
                    <a:pt x="32" y="0"/>
                    <a:pt x="25" y="0"/>
                    <a:pt x="13" y="0"/>
                  </a:cubicBezTo>
                  <a:cubicBezTo>
                    <a:pt x="0" y="6"/>
                    <a:pt x="0" y="19"/>
                    <a:pt x="0" y="32"/>
                  </a:cubicBezTo>
                  <a:cubicBezTo>
                    <a:pt x="0" y="45"/>
                    <a:pt x="0" y="65"/>
                    <a:pt x="6" y="65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8"/>
                    <a:pt x="19" y="78"/>
                    <a:pt x="25" y="84"/>
                  </a:cubicBezTo>
                  <a:cubicBezTo>
                    <a:pt x="32" y="91"/>
                    <a:pt x="38" y="91"/>
                    <a:pt x="45" y="97"/>
                  </a:cubicBezTo>
                  <a:cubicBezTo>
                    <a:pt x="51" y="103"/>
                    <a:pt x="45" y="103"/>
                    <a:pt x="58" y="103"/>
                  </a:cubicBezTo>
                  <a:cubicBezTo>
                    <a:pt x="58" y="110"/>
                    <a:pt x="58" y="110"/>
                    <a:pt x="64" y="117"/>
                  </a:cubicBezTo>
                  <a:cubicBezTo>
                    <a:pt x="71" y="117"/>
                    <a:pt x="84" y="110"/>
                    <a:pt x="84" y="110"/>
                  </a:cubicBezTo>
                  <a:cubicBezTo>
                    <a:pt x="90" y="103"/>
                    <a:pt x="90" y="103"/>
                    <a:pt x="97" y="97"/>
                  </a:cubicBezTo>
                  <a:cubicBezTo>
                    <a:pt x="97" y="91"/>
                    <a:pt x="97" y="84"/>
                    <a:pt x="97" y="84"/>
                  </a:cubicBezTo>
                  <a:cubicBezTo>
                    <a:pt x="103" y="78"/>
                    <a:pt x="97" y="78"/>
                    <a:pt x="103" y="78"/>
                  </a:cubicBezTo>
                  <a:cubicBezTo>
                    <a:pt x="109" y="71"/>
                    <a:pt x="103" y="71"/>
                    <a:pt x="103" y="65"/>
                  </a:cubicBezTo>
                  <a:cubicBezTo>
                    <a:pt x="103" y="58"/>
                    <a:pt x="109" y="52"/>
                    <a:pt x="109" y="45"/>
                  </a:cubicBezTo>
                  <a:cubicBezTo>
                    <a:pt x="116" y="45"/>
                    <a:pt x="116" y="45"/>
                    <a:pt x="116" y="45"/>
                  </a:cubicBezTo>
                  <a:lnTo>
                    <a:pt x="116" y="0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sp>
          <p:nvSpPr>
            <p:cNvPr id="28" name="Freeform 93">
              <a:extLst>
                <a:ext uri="{FF2B5EF4-FFF2-40B4-BE49-F238E27FC236}">
                  <a16:creationId xmlns:a16="http://schemas.microsoft.com/office/drawing/2014/main" id="{4AEEB8C2-EB1E-0AB8-8067-5B9165788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1797" y="4660974"/>
              <a:ext cx="80894" cy="111236"/>
            </a:xfrm>
            <a:custGeom>
              <a:avLst/>
              <a:gdLst>
                <a:gd name="T0" fmla="*/ 213 w 247"/>
                <a:gd name="T1" fmla="*/ 33 h 338"/>
                <a:gd name="T2" fmla="*/ 213 w 247"/>
                <a:gd name="T3" fmla="*/ 33 h 338"/>
                <a:gd name="T4" fmla="*/ 110 w 247"/>
                <a:gd name="T5" fmla="*/ 0 h 338"/>
                <a:gd name="T6" fmla="*/ 39 w 247"/>
                <a:gd name="T7" fmla="*/ 65 h 338"/>
                <a:gd name="T8" fmla="*/ 39 w 247"/>
                <a:gd name="T9" fmla="*/ 97 h 338"/>
                <a:gd name="T10" fmla="*/ 0 w 247"/>
                <a:gd name="T11" fmla="*/ 162 h 338"/>
                <a:gd name="T12" fmla="*/ 32 w 247"/>
                <a:gd name="T13" fmla="*/ 220 h 338"/>
                <a:gd name="T14" fmla="*/ 58 w 247"/>
                <a:gd name="T15" fmla="*/ 272 h 338"/>
                <a:gd name="T16" fmla="*/ 78 w 247"/>
                <a:gd name="T17" fmla="*/ 291 h 338"/>
                <a:gd name="T18" fmla="*/ 116 w 247"/>
                <a:gd name="T19" fmla="*/ 337 h 338"/>
                <a:gd name="T20" fmla="*/ 194 w 247"/>
                <a:gd name="T21" fmla="*/ 291 h 338"/>
                <a:gd name="T22" fmla="*/ 246 w 247"/>
                <a:gd name="T23" fmla="*/ 130 h 338"/>
                <a:gd name="T24" fmla="*/ 239 w 247"/>
                <a:gd name="T25" fmla="*/ 97 h 338"/>
                <a:gd name="T26" fmla="*/ 246 w 247"/>
                <a:gd name="T27" fmla="*/ 78 h 338"/>
                <a:gd name="T28" fmla="*/ 213 w 247"/>
                <a:gd name="T29" fmla="*/ 33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7" h="338">
                  <a:moveTo>
                    <a:pt x="213" y="33"/>
                  </a:moveTo>
                  <a:lnTo>
                    <a:pt x="213" y="33"/>
                  </a:lnTo>
                  <a:cubicBezTo>
                    <a:pt x="175" y="13"/>
                    <a:pt x="155" y="0"/>
                    <a:pt x="110" y="0"/>
                  </a:cubicBezTo>
                  <a:cubicBezTo>
                    <a:pt x="71" y="0"/>
                    <a:pt x="39" y="26"/>
                    <a:pt x="39" y="65"/>
                  </a:cubicBezTo>
                  <a:cubicBezTo>
                    <a:pt x="39" y="78"/>
                    <a:pt x="39" y="84"/>
                    <a:pt x="39" y="97"/>
                  </a:cubicBezTo>
                  <a:cubicBezTo>
                    <a:pt x="32" y="123"/>
                    <a:pt x="0" y="136"/>
                    <a:pt x="0" y="162"/>
                  </a:cubicBezTo>
                  <a:cubicBezTo>
                    <a:pt x="0" y="188"/>
                    <a:pt x="19" y="201"/>
                    <a:pt x="32" y="220"/>
                  </a:cubicBezTo>
                  <a:cubicBezTo>
                    <a:pt x="45" y="239"/>
                    <a:pt x="45" y="253"/>
                    <a:pt x="58" y="272"/>
                  </a:cubicBezTo>
                  <a:cubicBezTo>
                    <a:pt x="65" y="278"/>
                    <a:pt x="71" y="285"/>
                    <a:pt x="78" y="291"/>
                  </a:cubicBezTo>
                  <a:cubicBezTo>
                    <a:pt x="91" y="311"/>
                    <a:pt x="97" y="337"/>
                    <a:pt x="116" y="337"/>
                  </a:cubicBezTo>
                  <a:cubicBezTo>
                    <a:pt x="155" y="337"/>
                    <a:pt x="168" y="311"/>
                    <a:pt x="194" y="291"/>
                  </a:cubicBezTo>
                  <a:cubicBezTo>
                    <a:pt x="239" y="246"/>
                    <a:pt x="246" y="194"/>
                    <a:pt x="246" y="130"/>
                  </a:cubicBezTo>
                  <a:cubicBezTo>
                    <a:pt x="246" y="117"/>
                    <a:pt x="239" y="110"/>
                    <a:pt x="239" y="97"/>
                  </a:cubicBezTo>
                  <a:cubicBezTo>
                    <a:pt x="239" y="84"/>
                    <a:pt x="246" y="84"/>
                    <a:pt x="246" y="78"/>
                  </a:cubicBezTo>
                  <a:cubicBezTo>
                    <a:pt x="246" y="65"/>
                    <a:pt x="220" y="46"/>
                    <a:pt x="213" y="33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8575" cap="flat" cmpd="sng">
              <a:noFill/>
              <a:bevel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anchor="ctr"/>
            <a:lstStyle/>
            <a:p>
              <a:pPr defTabSz="68578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13">
                <a:latin typeface="Rubik Light" panose="02000604000000020004" pitchFamily="2" charset="-79"/>
                <a:cs typeface="Rubik Light" panose="02000604000000020004" pitchFamily="2" charset="-79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A43EBC-AB53-C78A-5BE3-4F82DB702D83}"/>
                </a:ext>
              </a:extLst>
            </p:cNvPr>
            <p:cNvGrpSpPr/>
            <p:nvPr/>
          </p:nvGrpSpPr>
          <p:grpSpPr>
            <a:xfrm>
              <a:off x="8374770" y="1589293"/>
              <a:ext cx="3175781" cy="2130501"/>
              <a:chOff x="12446782" y="2278607"/>
              <a:chExt cx="10282453" cy="689807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1D07A83E-EF12-4E38-D58B-380871115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8318" y="2278607"/>
                <a:ext cx="4090917" cy="3438007"/>
              </a:xfrm>
              <a:custGeom>
                <a:avLst/>
                <a:gdLst>
                  <a:gd name="T0" fmla="*/ 2199 w 4089"/>
                  <a:gd name="T1" fmla="*/ 770 h 3435"/>
                  <a:gd name="T2" fmla="*/ 2025 w 4089"/>
                  <a:gd name="T3" fmla="*/ 317 h 3435"/>
                  <a:gd name="T4" fmla="*/ 2025 w 4089"/>
                  <a:gd name="T5" fmla="*/ 317 h 3435"/>
                  <a:gd name="T6" fmla="*/ 1779 w 4089"/>
                  <a:gd name="T7" fmla="*/ 71 h 3435"/>
                  <a:gd name="T8" fmla="*/ 1928 w 4089"/>
                  <a:gd name="T9" fmla="*/ 175 h 3435"/>
                  <a:gd name="T10" fmla="*/ 1591 w 4089"/>
                  <a:gd name="T11" fmla="*/ 91 h 3435"/>
                  <a:gd name="T12" fmla="*/ 1591 w 4089"/>
                  <a:gd name="T13" fmla="*/ 91 h 3435"/>
                  <a:gd name="T14" fmla="*/ 214 w 4089"/>
                  <a:gd name="T15" fmla="*/ 2270 h 3435"/>
                  <a:gd name="T16" fmla="*/ 26 w 4089"/>
                  <a:gd name="T17" fmla="*/ 2128 h 3435"/>
                  <a:gd name="T18" fmla="*/ 363 w 4089"/>
                  <a:gd name="T19" fmla="*/ 1959 h 3435"/>
                  <a:gd name="T20" fmla="*/ 621 w 4089"/>
                  <a:gd name="T21" fmla="*/ 1681 h 3435"/>
                  <a:gd name="T22" fmla="*/ 802 w 4089"/>
                  <a:gd name="T23" fmla="*/ 1378 h 3435"/>
                  <a:gd name="T24" fmla="*/ 835 w 4089"/>
                  <a:gd name="T25" fmla="*/ 1267 h 3435"/>
                  <a:gd name="T26" fmla="*/ 970 w 4089"/>
                  <a:gd name="T27" fmla="*/ 1138 h 3435"/>
                  <a:gd name="T28" fmla="*/ 1255 w 4089"/>
                  <a:gd name="T29" fmla="*/ 757 h 3435"/>
                  <a:gd name="T30" fmla="*/ 1436 w 4089"/>
                  <a:gd name="T31" fmla="*/ 362 h 3435"/>
                  <a:gd name="T32" fmla="*/ 1533 w 4089"/>
                  <a:gd name="T33" fmla="*/ 602 h 3435"/>
                  <a:gd name="T34" fmla="*/ 1559 w 4089"/>
                  <a:gd name="T35" fmla="*/ 789 h 3435"/>
                  <a:gd name="T36" fmla="*/ 1766 w 4089"/>
                  <a:gd name="T37" fmla="*/ 453 h 3435"/>
                  <a:gd name="T38" fmla="*/ 1947 w 4089"/>
                  <a:gd name="T39" fmla="*/ 614 h 3435"/>
                  <a:gd name="T40" fmla="*/ 2212 w 4089"/>
                  <a:gd name="T41" fmla="*/ 860 h 3435"/>
                  <a:gd name="T42" fmla="*/ 2451 w 4089"/>
                  <a:gd name="T43" fmla="*/ 970 h 3435"/>
                  <a:gd name="T44" fmla="*/ 2303 w 4089"/>
                  <a:gd name="T45" fmla="*/ 1248 h 3435"/>
                  <a:gd name="T46" fmla="*/ 2283 w 4089"/>
                  <a:gd name="T47" fmla="*/ 1436 h 3435"/>
                  <a:gd name="T48" fmla="*/ 2290 w 4089"/>
                  <a:gd name="T49" fmla="*/ 1546 h 3435"/>
                  <a:gd name="T50" fmla="*/ 2503 w 4089"/>
                  <a:gd name="T51" fmla="*/ 1526 h 3435"/>
                  <a:gd name="T52" fmla="*/ 2788 w 4089"/>
                  <a:gd name="T53" fmla="*/ 1643 h 3435"/>
                  <a:gd name="T54" fmla="*/ 2898 w 4089"/>
                  <a:gd name="T55" fmla="*/ 1727 h 3435"/>
                  <a:gd name="T56" fmla="*/ 2975 w 4089"/>
                  <a:gd name="T57" fmla="*/ 1610 h 3435"/>
                  <a:gd name="T58" fmla="*/ 3111 w 4089"/>
                  <a:gd name="T59" fmla="*/ 1875 h 3435"/>
                  <a:gd name="T60" fmla="*/ 3279 w 4089"/>
                  <a:gd name="T61" fmla="*/ 1843 h 3435"/>
                  <a:gd name="T62" fmla="*/ 3383 w 4089"/>
                  <a:gd name="T63" fmla="*/ 1869 h 3435"/>
                  <a:gd name="T64" fmla="*/ 3654 w 4089"/>
                  <a:gd name="T65" fmla="*/ 2024 h 3435"/>
                  <a:gd name="T66" fmla="*/ 3842 w 4089"/>
                  <a:gd name="T67" fmla="*/ 2082 h 3435"/>
                  <a:gd name="T68" fmla="*/ 4062 w 4089"/>
                  <a:gd name="T69" fmla="*/ 2225 h 3435"/>
                  <a:gd name="T70" fmla="*/ 3570 w 4089"/>
                  <a:gd name="T71" fmla="*/ 2554 h 3435"/>
                  <a:gd name="T72" fmla="*/ 3241 w 4089"/>
                  <a:gd name="T73" fmla="*/ 2561 h 3435"/>
                  <a:gd name="T74" fmla="*/ 3072 w 4089"/>
                  <a:gd name="T75" fmla="*/ 2535 h 3435"/>
                  <a:gd name="T76" fmla="*/ 3150 w 4089"/>
                  <a:gd name="T77" fmla="*/ 2871 h 3435"/>
                  <a:gd name="T78" fmla="*/ 3273 w 4089"/>
                  <a:gd name="T79" fmla="*/ 2930 h 3435"/>
                  <a:gd name="T80" fmla="*/ 3273 w 4089"/>
                  <a:gd name="T81" fmla="*/ 3117 h 3435"/>
                  <a:gd name="T82" fmla="*/ 3370 w 4089"/>
                  <a:gd name="T83" fmla="*/ 3130 h 3435"/>
                  <a:gd name="T84" fmla="*/ 3001 w 4089"/>
                  <a:gd name="T85" fmla="*/ 3240 h 3435"/>
                  <a:gd name="T86" fmla="*/ 2516 w 4089"/>
                  <a:gd name="T87" fmla="*/ 3195 h 3435"/>
                  <a:gd name="T88" fmla="*/ 2303 w 4089"/>
                  <a:gd name="T89" fmla="*/ 3175 h 3435"/>
                  <a:gd name="T90" fmla="*/ 2374 w 4089"/>
                  <a:gd name="T91" fmla="*/ 3382 h 3435"/>
                  <a:gd name="T92" fmla="*/ 2464 w 4089"/>
                  <a:gd name="T93" fmla="*/ 3382 h 3435"/>
                  <a:gd name="T94" fmla="*/ 1850 w 4089"/>
                  <a:gd name="T95" fmla="*/ 3182 h 3435"/>
                  <a:gd name="T96" fmla="*/ 1527 w 4089"/>
                  <a:gd name="T97" fmla="*/ 3227 h 3435"/>
                  <a:gd name="T98" fmla="*/ 1216 w 4089"/>
                  <a:gd name="T99" fmla="*/ 3201 h 3435"/>
                  <a:gd name="T100" fmla="*/ 835 w 4089"/>
                  <a:gd name="T101" fmla="*/ 3182 h 3435"/>
                  <a:gd name="T102" fmla="*/ 434 w 4089"/>
                  <a:gd name="T103" fmla="*/ 3330 h 3435"/>
                  <a:gd name="T104" fmla="*/ 252 w 4089"/>
                  <a:gd name="T105" fmla="*/ 3311 h 3435"/>
                  <a:gd name="T106" fmla="*/ 175 w 4089"/>
                  <a:gd name="T107" fmla="*/ 2988 h 3435"/>
                  <a:gd name="T108" fmla="*/ 207 w 4089"/>
                  <a:gd name="T109" fmla="*/ 2542 h 3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089" h="3435">
                    <a:moveTo>
                      <a:pt x="2128" y="653"/>
                    </a:moveTo>
                    <a:lnTo>
                      <a:pt x="2128" y="653"/>
                    </a:lnTo>
                    <a:lnTo>
                      <a:pt x="2122" y="660"/>
                    </a:lnTo>
                    <a:cubicBezTo>
                      <a:pt x="2122" y="666"/>
                      <a:pt x="2135" y="673"/>
                      <a:pt x="2135" y="679"/>
                    </a:cubicBezTo>
                    <a:cubicBezTo>
                      <a:pt x="2148" y="718"/>
                      <a:pt x="2160" y="737"/>
                      <a:pt x="2160" y="770"/>
                    </a:cubicBezTo>
                    <a:cubicBezTo>
                      <a:pt x="2180" y="770"/>
                      <a:pt x="2186" y="770"/>
                      <a:pt x="2199" y="770"/>
                    </a:cubicBezTo>
                    <a:cubicBezTo>
                      <a:pt x="2232" y="770"/>
                      <a:pt x="2232" y="737"/>
                      <a:pt x="2232" y="711"/>
                    </a:cubicBezTo>
                    <a:cubicBezTo>
                      <a:pt x="2232" y="698"/>
                      <a:pt x="2219" y="705"/>
                      <a:pt x="2212" y="698"/>
                    </a:cubicBezTo>
                    <a:cubicBezTo>
                      <a:pt x="2199" y="686"/>
                      <a:pt x="2206" y="679"/>
                      <a:pt x="2199" y="666"/>
                    </a:cubicBezTo>
                    <a:cubicBezTo>
                      <a:pt x="2180" y="640"/>
                      <a:pt x="2154" y="660"/>
                      <a:pt x="2128" y="653"/>
                    </a:cubicBezTo>
                    <a:close/>
                    <a:moveTo>
                      <a:pt x="2025" y="317"/>
                    </a:moveTo>
                    <a:lnTo>
                      <a:pt x="2025" y="317"/>
                    </a:lnTo>
                    <a:cubicBezTo>
                      <a:pt x="2012" y="317"/>
                      <a:pt x="2005" y="317"/>
                      <a:pt x="1992" y="317"/>
                    </a:cubicBezTo>
                    <a:cubicBezTo>
                      <a:pt x="1992" y="323"/>
                      <a:pt x="1992" y="323"/>
                      <a:pt x="1992" y="323"/>
                    </a:cubicBezTo>
                    <a:cubicBezTo>
                      <a:pt x="1992" y="343"/>
                      <a:pt x="2005" y="349"/>
                      <a:pt x="2005" y="362"/>
                    </a:cubicBezTo>
                    <a:cubicBezTo>
                      <a:pt x="2018" y="349"/>
                      <a:pt x="2025" y="343"/>
                      <a:pt x="2044" y="336"/>
                    </a:cubicBezTo>
                    <a:cubicBezTo>
                      <a:pt x="2051" y="330"/>
                      <a:pt x="2051" y="330"/>
                      <a:pt x="2051" y="330"/>
                    </a:cubicBezTo>
                    <a:cubicBezTo>
                      <a:pt x="2044" y="323"/>
                      <a:pt x="2031" y="323"/>
                      <a:pt x="2025" y="317"/>
                    </a:cubicBezTo>
                    <a:close/>
                    <a:moveTo>
                      <a:pt x="1928" y="0"/>
                    </a:moveTo>
                    <a:lnTo>
                      <a:pt x="1928" y="0"/>
                    </a:lnTo>
                    <a:cubicBezTo>
                      <a:pt x="1915" y="0"/>
                      <a:pt x="1908" y="13"/>
                      <a:pt x="1902" y="19"/>
                    </a:cubicBezTo>
                    <a:cubicBezTo>
                      <a:pt x="1882" y="32"/>
                      <a:pt x="1863" y="26"/>
                      <a:pt x="1850" y="39"/>
                    </a:cubicBezTo>
                    <a:cubicBezTo>
                      <a:pt x="1831" y="45"/>
                      <a:pt x="1824" y="52"/>
                      <a:pt x="1811" y="58"/>
                    </a:cubicBezTo>
                    <a:cubicBezTo>
                      <a:pt x="1798" y="65"/>
                      <a:pt x="1779" y="58"/>
                      <a:pt x="1779" y="71"/>
                    </a:cubicBezTo>
                    <a:cubicBezTo>
                      <a:pt x="1779" y="91"/>
                      <a:pt x="1785" y="97"/>
                      <a:pt x="1785" y="117"/>
                    </a:cubicBezTo>
                    <a:cubicBezTo>
                      <a:pt x="1785" y="142"/>
                      <a:pt x="1779" y="155"/>
                      <a:pt x="1772" y="181"/>
                    </a:cubicBezTo>
                    <a:cubicBezTo>
                      <a:pt x="1779" y="214"/>
                      <a:pt x="1779" y="214"/>
                      <a:pt x="1779" y="214"/>
                    </a:cubicBezTo>
                    <a:cubicBezTo>
                      <a:pt x="1779" y="265"/>
                      <a:pt x="1779" y="265"/>
                      <a:pt x="1779" y="265"/>
                    </a:cubicBezTo>
                    <a:cubicBezTo>
                      <a:pt x="1798" y="239"/>
                      <a:pt x="1805" y="214"/>
                      <a:pt x="1831" y="201"/>
                    </a:cubicBezTo>
                    <a:cubicBezTo>
                      <a:pt x="1863" y="181"/>
                      <a:pt x="1889" y="188"/>
                      <a:pt x="1928" y="175"/>
                    </a:cubicBezTo>
                    <a:cubicBezTo>
                      <a:pt x="1953" y="162"/>
                      <a:pt x="1953" y="136"/>
                      <a:pt x="1966" y="110"/>
                    </a:cubicBezTo>
                    <a:cubicBezTo>
                      <a:pt x="1979" y="71"/>
                      <a:pt x="1986" y="52"/>
                      <a:pt x="1999" y="19"/>
                    </a:cubicBezTo>
                    <a:cubicBezTo>
                      <a:pt x="1992" y="19"/>
                      <a:pt x="1986" y="19"/>
                      <a:pt x="1979" y="19"/>
                    </a:cubicBezTo>
                    <a:cubicBezTo>
                      <a:pt x="1973" y="19"/>
                      <a:pt x="1973" y="7"/>
                      <a:pt x="1966" y="7"/>
                    </a:cubicBezTo>
                    <a:cubicBezTo>
                      <a:pt x="1953" y="0"/>
                      <a:pt x="1941" y="0"/>
                      <a:pt x="1928" y="0"/>
                    </a:cubicBezTo>
                    <a:close/>
                    <a:moveTo>
                      <a:pt x="1591" y="91"/>
                    </a:moveTo>
                    <a:lnTo>
                      <a:pt x="1591" y="91"/>
                    </a:lnTo>
                    <a:cubicBezTo>
                      <a:pt x="1591" y="97"/>
                      <a:pt x="1591" y="110"/>
                      <a:pt x="1585" y="117"/>
                    </a:cubicBezTo>
                    <a:cubicBezTo>
                      <a:pt x="1591" y="117"/>
                      <a:pt x="1591" y="117"/>
                      <a:pt x="1591" y="117"/>
                    </a:cubicBezTo>
                    <a:cubicBezTo>
                      <a:pt x="1611" y="117"/>
                      <a:pt x="1624" y="110"/>
                      <a:pt x="1649" y="117"/>
                    </a:cubicBezTo>
                    <a:cubicBezTo>
                      <a:pt x="1649" y="97"/>
                      <a:pt x="1637" y="84"/>
                      <a:pt x="1649" y="71"/>
                    </a:cubicBezTo>
                    <a:cubicBezTo>
                      <a:pt x="1624" y="78"/>
                      <a:pt x="1611" y="91"/>
                      <a:pt x="1591" y="91"/>
                    </a:cubicBezTo>
                    <a:close/>
                    <a:moveTo>
                      <a:pt x="52" y="2535"/>
                    </a:moveTo>
                    <a:lnTo>
                      <a:pt x="52" y="2535"/>
                    </a:lnTo>
                    <a:lnTo>
                      <a:pt x="52" y="2535"/>
                    </a:lnTo>
                    <a:cubicBezTo>
                      <a:pt x="84" y="2503"/>
                      <a:pt x="104" y="2483"/>
                      <a:pt x="143" y="2451"/>
                    </a:cubicBezTo>
                    <a:cubicBezTo>
                      <a:pt x="149" y="2419"/>
                      <a:pt x="149" y="2393"/>
                      <a:pt x="168" y="2361"/>
                    </a:cubicBezTo>
                    <a:cubicBezTo>
                      <a:pt x="188" y="2328"/>
                      <a:pt x="214" y="2309"/>
                      <a:pt x="214" y="2270"/>
                    </a:cubicBezTo>
                    <a:cubicBezTo>
                      <a:pt x="214" y="2250"/>
                      <a:pt x="188" y="2257"/>
                      <a:pt x="168" y="2244"/>
                    </a:cubicBezTo>
                    <a:cubicBezTo>
                      <a:pt x="156" y="2238"/>
                      <a:pt x="162" y="2225"/>
                      <a:pt x="156" y="2212"/>
                    </a:cubicBezTo>
                    <a:cubicBezTo>
                      <a:pt x="143" y="2238"/>
                      <a:pt x="143" y="2257"/>
                      <a:pt x="136" y="2283"/>
                    </a:cubicBezTo>
                    <a:cubicBezTo>
                      <a:pt x="97" y="2276"/>
                      <a:pt x="78" y="2257"/>
                      <a:pt x="52" y="2238"/>
                    </a:cubicBezTo>
                    <a:cubicBezTo>
                      <a:pt x="33" y="2225"/>
                      <a:pt x="0" y="2231"/>
                      <a:pt x="0" y="2205"/>
                    </a:cubicBezTo>
                    <a:cubicBezTo>
                      <a:pt x="0" y="2173"/>
                      <a:pt x="13" y="2160"/>
                      <a:pt x="26" y="2128"/>
                    </a:cubicBezTo>
                    <a:cubicBezTo>
                      <a:pt x="39" y="2076"/>
                      <a:pt x="52" y="2044"/>
                      <a:pt x="91" y="2005"/>
                    </a:cubicBezTo>
                    <a:cubicBezTo>
                      <a:pt x="136" y="1959"/>
                      <a:pt x="188" y="1940"/>
                      <a:pt x="207" y="1869"/>
                    </a:cubicBezTo>
                    <a:cubicBezTo>
                      <a:pt x="214" y="1869"/>
                      <a:pt x="214" y="1869"/>
                      <a:pt x="214" y="1869"/>
                    </a:cubicBezTo>
                    <a:cubicBezTo>
                      <a:pt x="214" y="1908"/>
                      <a:pt x="214" y="1908"/>
                      <a:pt x="214" y="1908"/>
                    </a:cubicBezTo>
                    <a:cubicBezTo>
                      <a:pt x="214" y="1934"/>
                      <a:pt x="240" y="1934"/>
                      <a:pt x="266" y="1940"/>
                    </a:cubicBezTo>
                    <a:cubicBezTo>
                      <a:pt x="298" y="1947"/>
                      <a:pt x="324" y="1959"/>
                      <a:pt x="363" y="1959"/>
                    </a:cubicBezTo>
                    <a:cubicBezTo>
                      <a:pt x="388" y="1959"/>
                      <a:pt x="388" y="1959"/>
                      <a:pt x="388" y="1959"/>
                    </a:cubicBezTo>
                    <a:cubicBezTo>
                      <a:pt x="414" y="1959"/>
                      <a:pt x="427" y="1947"/>
                      <a:pt x="453" y="1927"/>
                    </a:cubicBezTo>
                    <a:cubicBezTo>
                      <a:pt x="511" y="1895"/>
                      <a:pt x="537" y="1843"/>
                      <a:pt x="537" y="1778"/>
                    </a:cubicBezTo>
                    <a:cubicBezTo>
                      <a:pt x="537" y="1759"/>
                      <a:pt x="531" y="1753"/>
                      <a:pt x="531" y="1733"/>
                    </a:cubicBezTo>
                    <a:cubicBezTo>
                      <a:pt x="531" y="1720"/>
                      <a:pt x="557" y="1727"/>
                      <a:pt x="576" y="1720"/>
                    </a:cubicBezTo>
                    <a:cubicBezTo>
                      <a:pt x="595" y="1707"/>
                      <a:pt x="602" y="1694"/>
                      <a:pt x="621" y="1681"/>
                    </a:cubicBezTo>
                    <a:cubicBezTo>
                      <a:pt x="654" y="1656"/>
                      <a:pt x="673" y="1636"/>
                      <a:pt x="692" y="1597"/>
                    </a:cubicBezTo>
                    <a:cubicBezTo>
                      <a:pt x="699" y="1565"/>
                      <a:pt x="692" y="1546"/>
                      <a:pt x="705" y="1520"/>
                    </a:cubicBezTo>
                    <a:cubicBezTo>
                      <a:pt x="718" y="1474"/>
                      <a:pt x="777" y="1462"/>
                      <a:pt x="777" y="1410"/>
                    </a:cubicBezTo>
                    <a:cubicBezTo>
                      <a:pt x="777" y="1384"/>
                      <a:pt x="777" y="1384"/>
                      <a:pt x="777" y="1384"/>
                    </a:cubicBezTo>
                    <a:cubicBezTo>
                      <a:pt x="777" y="1390"/>
                      <a:pt x="777" y="1397"/>
                      <a:pt x="783" y="1403"/>
                    </a:cubicBezTo>
                    <a:cubicBezTo>
                      <a:pt x="796" y="1397"/>
                      <a:pt x="802" y="1390"/>
                      <a:pt x="802" y="1378"/>
                    </a:cubicBezTo>
                    <a:cubicBezTo>
                      <a:pt x="802" y="1371"/>
                      <a:pt x="796" y="1365"/>
                      <a:pt x="796" y="1358"/>
                    </a:cubicBezTo>
                    <a:cubicBezTo>
                      <a:pt x="815" y="1345"/>
                      <a:pt x="815" y="1313"/>
                      <a:pt x="835" y="1313"/>
                    </a:cubicBezTo>
                    <a:cubicBezTo>
                      <a:pt x="854" y="1313"/>
                      <a:pt x="854" y="1332"/>
                      <a:pt x="861" y="1345"/>
                    </a:cubicBezTo>
                    <a:cubicBezTo>
                      <a:pt x="861" y="1339"/>
                      <a:pt x="861" y="1339"/>
                      <a:pt x="861" y="1339"/>
                    </a:cubicBezTo>
                    <a:cubicBezTo>
                      <a:pt x="861" y="1319"/>
                      <a:pt x="867" y="1306"/>
                      <a:pt x="867" y="1281"/>
                    </a:cubicBezTo>
                    <a:cubicBezTo>
                      <a:pt x="861" y="1274"/>
                      <a:pt x="847" y="1267"/>
                      <a:pt x="835" y="1267"/>
                    </a:cubicBezTo>
                    <a:cubicBezTo>
                      <a:pt x="828" y="1267"/>
                      <a:pt x="822" y="1281"/>
                      <a:pt x="809" y="1281"/>
                    </a:cubicBezTo>
                    <a:cubicBezTo>
                      <a:pt x="809" y="1274"/>
                      <a:pt x="809" y="1274"/>
                      <a:pt x="809" y="1274"/>
                    </a:cubicBezTo>
                    <a:cubicBezTo>
                      <a:pt x="828" y="1255"/>
                      <a:pt x="841" y="1242"/>
                      <a:pt x="854" y="1216"/>
                    </a:cubicBezTo>
                    <a:cubicBezTo>
                      <a:pt x="861" y="1197"/>
                      <a:pt x="861" y="1183"/>
                      <a:pt x="873" y="1171"/>
                    </a:cubicBezTo>
                    <a:cubicBezTo>
                      <a:pt x="893" y="1151"/>
                      <a:pt x="906" y="1145"/>
                      <a:pt x="932" y="1145"/>
                    </a:cubicBezTo>
                    <a:cubicBezTo>
                      <a:pt x="945" y="1138"/>
                      <a:pt x="964" y="1151"/>
                      <a:pt x="970" y="1138"/>
                    </a:cubicBezTo>
                    <a:cubicBezTo>
                      <a:pt x="990" y="1119"/>
                      <a:pt x="977" y="1099"/>
                      <a:pt x="990" y="1074"/>
                    </a:cubicBezTo>
                    <a:cubicBezTo>
                      <a:pt x="1003" y="1086"/>
                      <a:pt x="1003" y="1093"/>
                      <a:pt x="1009" y="1106"/>
                    </a:cubicBezTo>
                    <a:cubicBezTo>
                      <a:pt x="1035" y="1067"/>
                      <a:pt x="1035" y="1035"/>
                      <a:pt x="1061" y="1002"/>
                    </a:cubicBezTo>
                    <a:cubicBezTo>
                      <a:pt x="1093" y="970"/>
                      <a:pt x="1139" y="970"/>
                      <a:pt x="1158" y="931"/>
                    </a:cubicBezTo>
                    <a:cubicBezTo>
                      <a:pt x="1177" y="899"/>
                      <a:pt x="1177" y="879"/>
                      <a:pt x="1190" y="854"/>
                    </a:cubicBezTo>
                    <a:cubicBezTo>
                      <a:pt x="1210" y="809"/>
                      <a:pt x="1223" y="783"/>
                      <a:pt x="1255" y="757"/>
                    </a:cubicBezTo>
                    <a:cubicBezTo>
                      <a:pt x="1268" y="744"/>
                      <a:pt x="1287" y="744"/>
                      <a:pt x="1300" y="731"/>
                    </a:cubicBezTo>
                    <a:cubicBezTo>
                      <a:pt x="1320" y="698"/>
                      <a:pt x="1320" y="673"/>
                      <a:pt x="1326" y="634"/>
                    </a:cubicBezTo>
                    <a:cubicBezTo>
                      <a:pt x="1326" y="614"/>
                      <a:pt x="1339" y="602"/>
                      <a:pt x="1339" y="582"/>
                    </a:cubicBezTo>
                    <a:cubicBezTo>
                      <a:pt x="1339" y="563"/>
                      <a:pt x="1339" y="563"/>
                      <a:pt x="1339" y="563"/>
                    </a:cubicBezTo>
                    <a:cubicBezTo>
                      <a:pt x="1326" y="563"/>
                      <a:pt x="1320" y="563"/>
                      <a:pt x="1313" y="556"/>
                    </a:cubicBezTo>
                    <a:cubicBezTo>
                      <a:pt x="1365" y="485"/>
                      <a:pt x="1410" y="446"/>
                      <a:pt x="1436" y="362"/>
                    </a:cubicBezTo>
                    <a:cubicBezTo>
                      <a:pt x="1488" y="388"/>
                      <a:pt x="1520" y="420"/>
                      <a:pt x="1520" y="479"/>
                    </a:cubicBezTo>
                    <a:cubicBezTo>
                      <a:pt x="1520" y="505"/>
                      <a:pt x="1468" y="491"/>
                      <a:pt x="1468" y="511"/>
                    </a:cubicBezTo>
                    <a:cubicBezTo>
                      <a:pt x="1468" y="530"/>
                      <a:pt x="1475" y="530"/>
                      <a:pt x="1475" y="550"/>
                    </a:cubicBezTo>
                    <a:cubicBezTo>
                      <a:pt x="1481" y="550"/>
                      <a:pt x="1481" y="550"/>
                      <a:pt x="1481" y="550"/>
                    </a:cubicBezTo>
                    <a:cubicBezTo>
                      <a:pt x="1494" y="550"/>
                      <a:pt x="1501" y="543"/>
                      <a:pt x="1514" y="537"/>
                    </a:cubicBezTo>
                    <a:cubicBezTo>
                      <a:pt x="1527" y="563"/>
                      <a:pt x="1533" y="576"/>
                      <a:pt x="1533" y="602"/>
                    </a:cubicBezTo>
                    <a:cubicBezTo>
                      <a:pt x="1533" y="647"/>
                      <a:pt x="1494" y="660"/>
                      <a:pt x="1468" y="698"/>
                    </a:cubicBezTo>
                    <a:cubicBezTo>
                      <a:pt x="1456" y="711"/>
                      <a:pt x="1462" y="724"/>
                      <a:pt x="1449" y="744"/>
                    </a:cubicBezTo>
                    <a:cubicBezTo>
                      <a:pt x="1436" y="757"/>
                      <a:pt x="1423" y="763"/>
                      <a:pt x="1423" y="783"/>
                    </a:cubicBezTo>
                    <a:cubicBezTo>
                      <a:pt x="1423" y="795"/>
                      <a:pt x="1436" y="802"/>
                      <a:pt x="1442" y="821"/>
                    </a:cubicBezTo>
                    <a:cubicBezTo>
                      <a:pt x="1449" y="841"/>
                      <a:pt x="1456" y="860"/>
                      <a:pt x="1475" y="860"/>
                    </a:cubicBezTo>
                    <a:cubicBezTo>
                      <a:pt x="1520" y="860"/>
                      <a:pt x="1533" y="821"/>
                      <a:pt x="1559" y="789"/>
                    </a:cubicBezTo>
                    <a:cubicBezTo>
                      <a:pt x="1591" y="744"/>
                      <a:pt x="1624" y="724"/>
                      <a:pt x="1656" y="679"/>
                    </a:cubicBezTo>
                    <a:cubicBezTo>
                      <a:pt x="1669" y="653"/>
                      <a:pt x="1682" y="640"/>
                      <a:pt x="1701" y="614"/>
                    </a:cubicBezTo>
                    <a:cubicBezTo>
                      <a:pt x="1727" y="589"/>
                      <a:pt x="1740" y="563"/>
                      <a:pt x="1779" y="563"/>
                    </a:cubicBezTo>
                    <a:cubicBezTo>
                      <a:pt x="1805" y="563"/>
                      <a:pt x="1779" y="550"/>
                      <a:pt x="1760" y="524"/>
                    </a:cubicBezTo>
                    <a:cubicBezTo>
                      <a:pt x="1747" y="511"/>
                      <a:pt x="1734" y="498"/>
                      <a:pt x="1734" y="479"/>
                    </a:cubicBezTo>
                    <a:cubicBezTo>
                      <a:pt x="1734" y="466"/>
                      <a:pt x="1760" y="466"/>
                      <a:pt x="1766" y="453"/>
                    </a:cubicBezTo>
                    <a:cubicBezTo>
                      <a:pt x="1779" y="433"/>
                      <a:pt x="1772" y="414"/>
                      <a:pt x="1792" y="401"/>
                    </a:cubicBezTo>
                    <a:cubicBezTo>
                      <a:pt x="1818" y="388"/>
                      <a:pt x="1837" y="395"/>
                      <a:pt x="1863" y="395"/>
                    </a:cubicBezTo>
                    <a:cubicBezTo>
                      <a:pt x="1895" y="395"/>
                      <a:pt x="1902" y="433"/>
                      <a:pt x="1915" y="459"/>
                    </a:cubicBezTo>
                    <a:cubicBezTo>
                      <a:pt x="1934" y="485"/>
                      <a:pt x="1953" y="498"/>
                      <a:pt x="1953" y="524"/>
                    </a:cubicBezTo>
                    <a:cubicBezTo>
                      <a:pt x="1953" y="550"/>
                      <a:pt x="1928" y="556"/>
                      <a:pt x="1928" y="576"/>
                    </a:cubicBezTo>
                    <a:cubicBezTo>
                      <a:pt x="1928" y="595"/>
                      <a:pt x="1947" y="595"/>
                      <a:pt x="1947" y="614"/>
                    </a:cubicBezTo>
                    <a:cubicBezTo>
                      <a:pt x="1966" y="679"/>
                      <a:pt x="1979" y="711"/>
                      <a:pt x="2005" y="776"/>
                    </a:cubicBezTo>
                    <a:cubicBezTo>
                      <a:pt x="2012" y="789"/>
                      <a:pt x="2025" y="789"/>
                      <a:pt x="2044" y="795"/>
                    </a:cubicBezTo>
                    <a:cubicBezTo>
                      <a:pt x="2063" y="809"/>
                      <a:pt x="2076" y="821"/>
                      <a:pt x="2102" y="828"/>
                    </a:cubicBezTo>
                    <a:cubicBezTo>
                      <a:pt x="2128" y="841"/>
                      <a:pt x="2141" y="847"/>
                      <a:pt x="2160" y="873"/>
                    </a:cubicBezTo>
                    <a:cubicBezTo>
                      <a:pt x="2173" y="879"/>
                      <a:pt x="2180" y="893"/>
                      <a:pt x="2193" y="893"/>
                    </a:cubicBezTo>
                    <a:cubicBezTo>
                      <a:pt x="2212" y="893"/>
                      <a:pt x="2206" y="873"/>
                      <a:pt x="2212" y="860"/>
                    </a:cubicBezTo>
                    <a:cubicBezTo>
                      <a:pt x="2219" y="834"/>
                      <a:pt x="2225" y="821"/>
                      <a:pt x="2244" y="802"/>
                    </a:cubicBezTo>
                    <a:cubicBezTo>
                      <a:pt x="2270" y="828"/>
                      <a:pt x="2283" y="847"/>
                      <a:pt x="2296" y="879"/>
                    </a:cubicBezTo>
                    <a:cubicBezTo>
                      <a:pt x="2303" y="905"/>
                      <a:pt x="2296" y="931"/>
                      <a:pt x="2316" y="931"/>
                    </a:cubicBezTo>
                    <a:cubicBezTo>
                      <a:pt x="2335" y="931"/>
                      <a:pt x="2335" y="905"/>
                      <a:pt x="2348" y="905"/>
                    </a:cubicBezTo>
                    <a:cubicBezTo>
                      <a:pt x="2374" y="905"/>
                      <a:pt x="2380" y="931"/>
                      <a:pt x="2400" y="938"/>
                    </a:cubicBezTo>
                    <a:cubicBezTo>
                      <a:pt x="2426" y="944"/>
                      <a:pt x="2451" y="944"/>
                      <a:pt x="2451" y="970"/>
                    </a:cubicBezTo>
                    <a:cubicBezTo>
                      <a:pt x="2451" y="1002"/>
                      <a:pt x="2451" y="1002"/>
                      <a:pt x="2451" y="1002"/>
                    </a:cubicBezTo>
                    <a:cubicBezTo>
                      <a:pt x="2451" y="1015"/>
                      <a:pt x="2445" y="1022"/>
                      <a:pt x="2445" y="1041"/>
                    </a:cubicBezTo>
                    <a:cubicBezTo>
                      <a:pt x="2445" y="1061"/>
                      <a:pt x="2445" y="1067"/>
                      <a:pt x="2445" y="1093"/>
                    </a:cubicBezTo>
                    <a:cubicBezTo>
                      <a:pt x="2451" y="1106"/>
                      <a:pt x="2451" y="1112"/>
                      <a:pt x="2451" y="1125"/>
                    </a:cubicBezTo>
                    <a:cubicBezTo>
                      <a:pt x="2451" y="1151"/>
                      <a:pt x="2432" y="1164"/>
                      <a:pt x="2413" y="1183"/>
                    </a:cubicBezTo>
                    <a:cubicBezTo>
                      <a:pt x="2374" y="1209"/>
                      <a:pt x="2342" y="1216"/>
                      <a:pt x="2303" y="1248"/>
                    </a:cubicBezTo>
                    <a:cubicBezTo>
                      <a:pt x="2290" y="1255"/>
                      <a:pt x="2277" y="1261"/>
                      <a:pt x="2270" y="1274"/>
                    </a:cubicBezTo>
                    <a:cubicBezTo>
                      <a:pt x="2296" y="1281"/>
                      <a:pt x="2316" y="1274"/>
                      <a:pt x="2342" y="1281"/>
                    </a:cubicBezTo>
                    <a:cubicBezTo>
                      <a:pt x="2355" y="1287"/>
                      <a:pt x="2348" y="1300"/>
                      <a:pt x="2355" y="1313"/>
                    </a:cubicBezTo>
                    <a:cubicBezTo>
                      <a:pt x="2367" y="1332"/>
                      <a:pt x="2387" y="1339"/>
                      <a:pt x="2387" y="1358"/>
                    </a:cubicBezTo>
                    <a:cubicBezTo>
                      <a:pt x="2387" y="1371"/>
                      <a:pt x="2361" y="1365"/>
                      <a:pt x="2348" y="1371"/>
                    </a:cubicBezTo>
                    <a:cubicBezTo>
                      <a:pt x="2316" y="1390"/>
                      <a:pt x="2296" y="1403"/>
                      <a:pt x="2283" y="1436"/>
                    </a:cubicBezTo>
                    <a:cubicBezTo>
                      <a:pt x="2290" y="1436"/>
                      <a:pt x="2290" y="1436"/>
                      <a:pt x="2290" y="1436"/>
                    </a:cubicBezTo>
                    <a:cubicBezTo>
                      <a:pt x="2316" y="1436"/>
                      <a:pt x="2322" y="1429"/>
                      <a:pt x="2348" y="1429"/>
                    </a:cubicBezTo>
                    <a:cubicBezTo>
                      <a:pt x="2367" y="1429"/>
                      <a:pt x="2380" y="1442"/>
                      <a:pt x="2400" y="1442"/>
                    </a:cubicBezTo>
                    <a:cubicBezTo>
                      <a:pt x="2406" y="1442"/>
                      <a:pt x="2406" y="1442"/>
                      <a:pt x="2406" y="1449"/>
                    </a:cubicBezTo>
                    <a:cubicBezTo>
                      <a:pt x="2406" y="1468"/>
                      <a:pt x="2393" y="1468"/>
                      <a:pt x="2380" y="1481"/>
                    </a:cubicBezTo>
                    <a:cubicBezTo>
                      <a:pt x="2348" y="1507"/>
                      <a:pt x="2309" y="1507"/>
                      <a:pt x="2290" y="1546"/>
                    </a:cubicBezTo>
                    <a:cubicBezTo>
                      <a:pt x="2296" y="1546"/>
                      <a:pt x="2303" y="1546"/>
                      <a:pt x="2303" y="1546"/>
                    </a:cubicBezTo>
                    <a:cubicBezTo>
                      <a:pt x="2329" y="1546"/>
                      <a:pt x="2342" y="1546"/>
                      <a:pt x="2361" y="1546"/>
                    </a:cubicBezTo>
                    <a:cubicBezTo>
                      <a:pt x="2400" y="1546"/>
                      <a:pt x="2426" y="1539"/>
                      <a:pt x="2464" y="1559"/>
                    </a:cubicBezTo>
                    <a:cubicBezTo>
                      <a:pt x="2490" y="1571"/>
                      <a:pt x="2503" y="1591"/>
                      <a:pt x="2529" y="1604"/>
                    </a:cubicBezTo>
                    <a:cubicBezTo>
                      <a:pt x="2516" y="1578"/>
                      <a:pt x="2503" y="1565"/>
                      <a:pt x="2503" y="1533"/>
                    </a:cubicBezTo>
                    <a:cubicBezTo>
                      <a:pt x="2503" y="1526"/>
                      <a:pt x="2503" y="1526"/>
                      <a:pt x="2503" y="1526"/>
                    </a:cubicBezTo>
                    <a:cubicBezTo>
                      <a:pt x="2516" y="1526"/>
                      <a:pt x="2523" y="1533"/>
                      <a:pt x="2529" y="1533"/>
                    </a:cubicBezTo>
                    <a:cubicBezTo>
                      <a:pt x="2607" y="1533"/>
                      <a:pt x="2646" y="1487"/>
                      <a:pt x="2704" y="1429"/>
                    </a:cubicBezTo>
                    <a:cubicBezTo>
                      <a:pt x="2723" y="1410"/>
                      <a:pt x="2730" y="1397"/>
                      <a:pt x="2749" y="1378"/>
                    </a:cubicBezTo>
                    <a:cubicBezTo>
                      <a:pt x="2788" y="1416"/>
                      <a:pt x="2781" y="1449"/>
                      <a:pt x="2788" y="1500"/>
                    </a:cubicBezTo>
                    <a:cubicBezTo>
                      <a:pt x="2794" y="1546"/>
                      <a:pt x="2852" y="1552"/>
                      <a:pt x="2852" y="1597"/>
                    </a:cubicBezTo>
                    <a:cubicBezTo>
                      <a:pt x="2852" y="1630"/>
                      <a:pt x="2820" y="1636"/>
                      <a:pt x="2788" y="1643"/>
                    </a:cubicBezTo>
                    <a:cubicBezTo>
                      <a:pt x="2768" y="1643"/>
                      <a:pt x="2755" y="1649"/>
                      <a:pt x="2736" y="1656"/>
                    </a:cubicBezTo>
                    <a:cubicBezTo>
                      <a:pt x="2717" y="1662"/>
                      <a:pt x="2697" y="1656"/>
                      <a:pt x="2684" y="1675"/>
                    </a:cubicBezTo>
                    <a:lnTo>
                      <a:pt x="2691" y="1675"/>
                    </a:lnTo>
                    <a:cubicBezTo>
                      <a:pt x="2717" y="1675"/>
                      <a:pt x="2730" y="1669"/>
                      <a:pt x="2755" y="1669"/>
                    </a:cubicBezTo>
                    <a:cubicBezTo>
                      <a:pt x="2794" y="1669"/>
                      <a:pt x="2820" y="1675"/>
                      <a:pt x="2852" y="1694"/>
                    </a:cubicBezTo>
                    <a:cubicBezTo>
                      <a:pt x="2872" y="1707"/>
                      <a:pt x="2878" y="1720"/>
                      <a:pt x="2898" y="1727"/>
                    </a:cubicBezTo>
                    <a:cubicBezTo>
                      <a:pt x="2904" y="1720"/>
                      <a:pt x="2904" y="1720"/>
                      <a:pt x="2904" y="1714"/>
                    </a:cubicBezTo>
                    <a:cubicBezTo>
                      <a:pt x="2904" y="1675"/>
                      <a:pt x="2904" y="1675"/>
                      <a:pt x="2904" y="1675"/>
                    </a:cubicBezTo>
                    <a:cubicBezTo>
                      <a:pt x="2904" y="1649"/>
                      <a:pt x="2904" y="1630"/>
                      <a:pt x="2904" y="1604"/>
                    </a:cubicBezTo>
                    <a:cubicBezTo>
                      <a:pt x="2911" y="1604"/>
                      <a:pt x="2911" y="1597"/>
                      <a:pt x="2911" y="1597"/>
                    </a:cubicBezTo>
                    <a:cubicBezTo>
                      <a:pt x="2924" y="1597"/>
                      <a:pt x="2930" y="1610"/>
                      <a:pt x="2943" y="1610"/>
                    </a:cubicBezTo>
                    <a:cubicBezTo>
                      <a:pt x="2975" y="1610"/>
                      <a:pt x="2975" y="1610"/>
                      <a:pt x="2975" y="1610"/>
                    </a:cubicBezTo>
                    <a:cubicBezTo>
                      <a:pt x="2995" y="1610"/>
                      <a:pt x="3001" y="1623"/>
                      <a:pt x="3014" y="1636"/>
                    </a:cubicBezTo>
                    <a:cubicBezTo>
                      <a:pt x="3040" y="1649"/>
                      <a:pt x="3066" y="1643"/>
                      <a:pt x="3079" y="1669"/>
                    </a:cubicBezTo>
                    <a:cubicBezTo>
                      <a:pt x="3098" y="1694"/>
                      <a:pt x="3098" y="1720"/>
                      <a:pt x="3105" y="1759"/>
                    </a:cubicBezTo>
                    <a:cubicBezTo>
                      <a:pt x="3118" y="1778"/>
                      <a:pt x="3137" y="1785"/>
                      <a:pt x="3137" y="1804"/>
                    </a:cubicBezTo>
                    <a:cubicBezTo>
                      <a:pt x="3137" y="1830"/>
                      <a:pt x="3111" y="1843"/>
                      <a:pt x="3111" y="1869"/>
                    </a:cubicBezTo>
                    <a:cubicBezTo>
                      <a:pt x="3111" y="1875"/>
                      <a:pt x="3111" y="1875"/>
                      <a:pt x="3111" y="1875"/>
                    </a:cubicBezTo>
                    <a:cubicBezTo>
                      <a:pt x="3118" y="1875"/>
                      <a:pt x="3118" y="1882"/>
                      <a:pt x="3124" y="1882"/>
                    </a:cubicBezTo>
                    <a:cubicBezTo>
                      <a:pt x="3137" y="1882"/>
                      <a:pt x="3137" y="1862"/>
                      <a:pt x="3143" y="1850"/>
                    </a:cubicBezTo>
                    <a:cubicBezTo>
                      <a:pt x="3150" y="1837"/>
                      <a:pt x="3156" y="1830"/>
                      <a:pt x="3169" y="1817"/>
                    </a:cubicBezTo>
                    <a:cubicBezTo>
                      <a:pt x="3176" y="1798"/>
                      <a:pt x="3182" y="1785"/>
                      <a:pt x="3202" y="1785"/>
                    </a:cubicBezTo>
                    <a:cubicBezTo>
                      <a:pt x="3227" y="1785"/>
                      <a:pt x="3227" y="1817"/>
                      <a:pt x="3247" y="1824"/>
                    </a:cubicBezTo>
                    <a:cubicBezTo>
                      <a:pt x="3260" y="1830"/>
                      <a:pt x="3266" y="1837"/>
                      <a:pt x="3279" y="1843"/>
                    </a:cubicBezTo>
                    <a:cubicBezTo>
                      <a:pt x="3286" y="1850"/>
                      <a:pt x="3299" y="1856"/>
                      <a:pt x="3299" y="1862"/>
                    </a:cubicBezTo>
                    <a:cubicBezTo>
                      <a:pt x="3299" y="1875"/>
                      <a:pt x="3286" y="1875"/>
                      <a:pt x="3279" y="1888"/>
                    </a:cubicBezTo>
                    <a:cubicBezTo>
                      <a:pt x="3292" y="1895"/>
                      <a:pt x="3312" y="1895"/>
                      <a:pt x="3318" y="1908"/>
                    </a:cubicBezTo>
                    <a:cubicBezTo>
                      <a:pt x="3331" y="1927"/>
                      <a:pt x="3318" y="1959"/>
                      <a:pt x="3338" y="1959"/>
                    </a:cubicBezTo>
                    <a:cubicBezTo>
                      <a:pt x="3350" y="1959"/>
                      <a:pt x="3350" y="1940"/>
                      <a:pt x="3357" y="1927"/>
                    </a:cubicBezTo>
                    <a:cubicBezTo>
                      <a:pt x="3363" y="1901"/>
                      <a:pt x="3370" y="1895"/>
                      <a:pt x="3383" y="1869"/>
                    </a:cubicBezTo>
                    <a:cubicBezTo>
                      <a:pt x="3389" y="1856"/>
                      <a:pt x="3389" y="1830"/>
                      <a:pt x="3409" y="1830"/>
                    </a:cubicBezTo>
                    <a:cubicBezTo>
                      <a:pt x="3422" y="1830"/>
                      <a:pt x="3428" y="1843"/>
                      <a:pt x="3441" y="1856"/>
                    </a:cubicBezTo>
                    <a:cubicBezTo>
                      <a:pt x="3473" y="1901"/>
                      <a:pt x="3499" y="1921"/>
                      <a:pt x="3545" y="1953"/>
                    </a:cubicBezTo>
                    <a:cubicBezTo>
                      <a:pt x="3577" y="1966"/>
                      <a:pt x="3609" y="1973"/>
                      <a:pt x="3609" y="2005"/>
                    </a:cubicBezTo>
                    <a:cubicBezTo>
                      <a:pt x="3609" y="2069"/>
                      <a:pt x="3609" y="2069"/>
                      <a:pt x="3609" y="2069"/>
                    </a:cubicBezTo>
                    <a:cubicBezTo>
                      <a:pt x="3622" y="2050"/>
                      <a:pt x="3629" y="2024"/>
                      <a:pt x="3654" y="2024"/>
                    </a:cubicBezTo>
                    <a:cubicBezTo>
                      <a:pt x="3661" y="2024"/>
                      <a:pt x="3661" y="2037"/>
                      <a:pt x="3667" y="2044"/>
                    </a:cubicBezTo>
                    <a:cubicBezTo>
                      <a:pt x="3680" y="2050"/>
                      <a:pt x="3700" y="2050"/>
                      <a:pt x="3700" y="2063"/>
                    </a:cubicBezTo>
                    <a:cubicBezTo>
                      <a:pt x="3706" y="2089"/>
                      <a:pt x="3693" y="2128"/>
                      <a:pt x="3719" y="2128"/>
                    </a:cubicBezTo>
                    <a:cubicBezTo>
                      <a:pt x="3738" y="2128"/>
                      <a:pt x="3745" y="2115"/>
                      <a:pt x="3764" y="2115"/>
                    </a:cubicBezTo>
                    <a:cubicBezTo>
                      <a:pt x="3790" y="2115"/>
                      <a:pt x="3790" y="2115"/>
                      <a:pt x="3790" y="2115"/>
                    </a:cubicBezTo>
                    <a:cubicBezTo>
                      <a:pt x="3810" y="2115"/>
                      <a:pt x="3816" y="2082"/>
                      <a:pt x="3842" y="2082"/>
                    </a:cubicBezTo>
                    <a:cubicBezTo>
                      <a:pt x="3855" y="2082"/>
                      <a:pt x="3868" y="2082"/>
                      <a:pt x="3881" y="2082"/>
                    </a:cubicBezTo>
                    <a:cubicBezTo>
                      <a:pt x="3920" y="2082"/>
                      <a:pt x="3945" y="2057"/>
                      <a:pt x="3984" y="2057"/>
                    </a:cubicBezTo>
                    <a:cubicBezTo>
                      <a:pt x="4010" y="2057"/>
                      <a:pt x="4010" y="2057"/>
                      <a:pt x="4010" y="2057"/>
                    </a:cubicBezTo>
                    <a:cubicBezTo>
                      <a:pt x="4029" y="2057"/>
                      <a:pt x="4036" y="2082"/>
                      <a:pt x="4042" y="2095"/>
                    </a:cubicBezTo>
                    <a:cubicBezTo>
                      <a:pt x="4062" y="2128"/>
                      <a:pt x="4081" y="2147"/>
                      <a:pt x="4081" y="2179"/>
                    </a:cubicBezTo>
                    <a:cubicBezTo>
                      <a:pt x="4081" y="2199"/>
                      <a:pt x="4062" y="2205"/>
                      <a:pt x="4062" y="2225"/>
                    </a:cubicBezTo>
                    <a:cubicBezTo>
                      <a:pt x="4062" y="2250"/>
                      <a:pt x="4088" y="2257"/>
                      <a:pt x="4088" y="2283"/>
                    </a:cubicBezTo>
                    <a:cubicBezTo>
                      <a:pt x="4088" y="2309"/>
                      <a:pt x="4075" y="2315"/>
                      <a:pt x="4055" y="2335"/>
                    </a:cubicBezTo>
                    <a:cubicBezTo>
                      <a:pt x="4036" y="2354"/>
                      <a:pt x="4023" y="2367"/>
                      <a:pt x="3997" y="2380"/>
                    </a:cubicBezTo>
                    <a:cubicBezTo>
                      <a:pt x="3939" y="2412"/>
                      <a:pt x="3900" y="2425"/>
                      <a:pt x="3829" y="2445"/>
                    </a:cubicBezTo>
                    <a:cubicBezTo>
                      <a:pt x="3777" y="2457"/>
                      <a:pt x="3751" y="2464"/>
                      <a:pt x="3700" y="2477"/>
                    </a:cubicBezTo>
                    <a:cubicBezTo>
                      <a:pt x="3641" y="2496"/>
                      <a:pt x="3622" y="2522"/>
                      <a:pt x="3570" y="2554"/>
                    </a:cubicBezTo>
                    <a:cubicBezTo>
                      <a:pt x="3557" y="2567"/>
                      <a:pt x="3545" y="2567"/>
                      <a:pt x="3525" y="2567"/>
                    </a:cubicBezTo>
                    <a:cubicBezTo>
                      <a:pt x="3493" y="2567"/>
                      <a:pt x="3486" y="2542"/>
                      <a:pt x="3454" y="2542"/>
                    </a:cubicBezTo>
                    <a:cubicBezTo>
                      <a:pt x="3434" y="2542"/>
                      <a:pt x="3428" y="2548"/>
                      <a:pt x="3415" y="2548"/>
                    </a:cubicBezTo>
                    <a:cubicBezTo>
                      <a:pt x="3396" y="2548"/>
                      <a:pt x="3383" y="2535"/>
                      <a:pt x="3363" y="2535"/>
                    </a:cubicBezTo>
                    <a:cubicBezTo>
                      <a:pt x="3325" y="2535"/>
                      <a:pt x="3305" y="2574"/>
                      <a:pt x="3266" y="2574"/>
                    </a:cubicBezTo>
                    <a:cubicBezTo>
                      <a:pt x="3253" y="2574"/>
                      <a:pt x="3241" y="2567"/>
                      <a:pt x="3241" y="2561"/>
                    </a:cubicBezTo>
                    <a:cubicBezTo>
                      <a:pt x="3241" y="2535"/>
                      <a:pt x="3241" y="2535"/>
                      <a:pt x="3241" y="2535"/>
                    </a:cubicBezTo>
                    <a:cubicBezTo>
                      <a:pt x="3234" y="2509"/>
                      <a:pt x="3202" y="2509"/>
                      <a:pt x="3176" y="2503"/>
                    </a:cubicBezTo>
                    <a:cubicBezTo>
                      <a:pt x="3156" y="2503"/>
                      <a:pt x="3143" y="2490"/>
                      <a:pt x="3124" y="2490"/>
                    </a:cubicBezTo>
                    <a:cubicBezTo>
                      <a:pt x="3105" y="2490"/>
                      <a:pt x="3092" y="2496"/>
                      <a:pt x="3085" y="2509"/>
                    </a:cubicBezTo>
                    <a:cubicBezTo>
                      <a:pt x="3092" y="2516"/>
                      <a:pt x="3098" y="2516"/>
                      <a:pt x="3105" y="2522"/>
                    </a:cubicBezTo>
                    <a:cubicBezTo>
                      <a:pt x="3092" y="2535"/>
                      <a:pt x="3085" y="2535"/>
                      <a:pt x="3072" y="2535"/>
                    </a:cubicBezTo>
                    <a:cubicBezTo>
                      <a:pt x="3053" y="2535"/>
                      <a:pt x="3046" y="2529"/>
                      <a:pt x="3027" y="2529"/>
                    </a:cubicBezTo>
                    <a:cubicBezTo>
                      <a:pt x="3001" y="2529"/>
                      <a:pt x="2995" y="2548"/>
                      <a:pt x="2975" y="2561"/>
                    </a:cubicBezTo>
                    <a:cubicBezTo>
                      <a:pt x="2943" y="2587"/>
                      <a:pt x="2917" y="2606"/>
                      <a:pt x="2917" y="2645"/>
                    </a:cubicBezTo>
                    <a:cubicBezTo>
                      <a:pt x="2917" y="2671"/>
                      <a:pt x="2943" y="2684"/>
                      <a:pt x="2950" y="2710"/>
                    </a:cubicBezTo>
                    <a:cubicBezTo>
                      <a:pt x="2969" y="2781"/>
                      <a:pt x="2975" y="2845"/>
                      <a:pt x="3040" y="2865"/>
                    </a:cubicBezTo>
                    <a:cubicBezTo>
                      <a:pt x="3085" y="2865"/>
                      <a:pt x="3105" y="2871"/>
                      <a:pt x="3150" y="2871"/>
                    </a:cubicBezTo>
                    <a:cubicBezTo>
                      <a:pt x="3182" y="2871"/>
                      <a:pt x="3189" y="2820"/>
                      <a:pt x="3227" y="2820"/>
                    </a:cubicBezTo>
                    <a:cubicBezTo>
                      <a:pt x="3247" y="2820"/>
                      <a:pt x="3247" y="2845"/>
                      <a:pt x="3266" y="2865"/>
                    </a:cubicBezTo>
                    <a:cubicBezTo>
                      <a:pt x="3292" y="2884"/>
                      <a:pt x="3318" y="2871"/>
                      <a:pt x="3350" y="2878"/>
                    </a:cubicBezTo>
                    <a:cubicBezTo>
                      <a:pt x="3350" y="2904"/>
                      <a:pt x="3350" y="2904"/>
                      <a:pt x="3350" y="2904"/>
                    </a:cubicBezTo>
                    <a:cubicBezTo>
                      <a:pt x="3344" y="2917"/>
                      <a:pt x="3331" y="2917"/>
                      <a:pt x="3312" y="2917"/>
                    </a:cubicBezTo>
                    <a:cubicBezTo>
                      <a:pt x="3299" y="2917"/>
                      <a:pt x="3292" y="2930"/>
                      <a:pt x="3273" y="2930"/>
                    </a:cubicBezTo>
                    <a:cubicBezTo>
                      <a:pt x="3247" y="2930"/>
                      <a:pt x="3247" y="2930"/>
                      <a:pt x="3247" y="2930"/>
                    </a:cubicBezTo>
                    <a:cubicBezTo>
                      <a:pt x="3227" y="2930"/>
                      <a:pt x="3227" y="2930"/>
                      <a:pt x="3227" y="2930"/>
                    </a:cubicBezTo>
                    <a:lnTo>
                      <a:pt x="3227" y="2930"/>
                    </a:lnTo>
                    <a:cubicBezTo>
                      <a:pt x="3234" y="2942"/>
                      <a:pt x="3241" y="2949"/>
                      <a:pt x="3241" y="2962"/>
                    </a:cubicBezTo>
                    <a:cubicBezTo>
                      <a:pt x="3241" y="2981"/>
                      <a:pt x="3215" y="2981"/>
                      <a:pt x="3208" y="3007"/>
                    </a:cubicBezTo>
                    <a:cubicBezTo>
                      <a:pt x="3253" y="3026"/>
                      <a:pt x="3247" y="3072"/>
                      <a:pt x="3273" y="3117"/>
                    </a:cubicBezTo>
                    <a:cubicBezTo>
                      <a:pt x="3292" y="3091"/>
                      <a:pt x="3299" y="3078"/>
                      <a:pt x="3312" y="3052"/>
                    </a:cubicBezTo>
                    <a:cubicBezTo>
                      <a:pt x="3318" y="3033"/>
                      <a:pt x="3318" y="3014"/>
                      <a:pt x="3338" y="3014"/>
                    </a:cubicBezTo>
                    <a:cubicBezTo>
                      <a:pt x="3363" y="3014"/>
                      <a:pt x="3376" y="3046"/>
                      <a:pt x="3389" y="3072"/>
                    </a:cubicBezTo>
                    <a:cubicBezTo>
                      <a:pt x="3402" y="3091"/>
                      <a:pt x="3422" y="3098"/>
                      <a:pt x="3422" y="3124"/>
                    </a:cubicBezTo>
                    <a:cubicBezTo>
                      <a:pt x="3422" y="3137"/>
                      <a:pt x="3402" y="3137"/>
                      <a:pt x="3396" y="3137"/>
                    </a:cubicBezTo>
                    <a:cubicBezTo>
                      <a:pt x="3383" y="3137"/>
                      <a:pt x="3376" y="3130"/>
                      <a:pt x="3370" y="3130"/>
                    </a:cubicBezTo>
                    <a:cubicBezTo>
                      <a:pt x="3357" y="3130"/>
                      <a:pt x="3363" y="3149"/>
                      <a:pt x="3357" y="3162"/>
                    </a:cubicBezTo>
                    <a:cubicBezTo>
                      <a:pt x="3331" y="3175"/>
                      <a:pt x="3312" y="3175"/>
                      <a:pt x="3286" y="3182"/>
                    </a:cubicBezTo>
                    <a:cubicBezTo>
                      <a:pt x="3247" y="3195"/>
                      <a:pt x="3227" y="3208"/>
                      <a:pt x="3189" y="3208"/>
                    </a:cubicBezTo>
                    <a:cubicBezTo>
                      <a:pt x="3105" y="3208"/>
                      <a:pt x="3008" y="3065"/>
                      <a:pt x="3105" y="3201"/>
                    </a:cubicBezTo>
                    <a:cubicBezTo>
                      <a:pt x="3098" y="3208"/>
                      <a:pt x="3098" y="3208"/>
                      <a:pt x="3098" y="3208"/>
                    </a:cubicBezTo>
                    <a:cubicBezTo>
                      <a:pt x="3059" y="3214"/>
                      <a:pt x="3040" y="3233"/>
                      <a:pt x="3001" y="3240"/>
                    </a:cubicBezTo>
                    <a:cubicBezTo>
                      <a:pt x="2924" y="3259"/>
                      <a:pt x="2865" y="3246"/>
                      <a:pt x="2801" y="3298"/>
                    </a:cubicBezTo>
                    <a:cubicBezTo>
                      <a:pt x="2788" y="3318"/>
                      <a:pt x="2768" y="3324"/>
                      <a:pt x="2743" y="3324"/>
                    </a:cubicBezTo>
                    <a:cubicBezTo>
                      <a:pt x="2710" y="3324"/>
                      <a:pt x="2704" y="3305"/>
                      <a:pt x="2678" y="3285"/>
                    </a:cubicBezTo>
                    <a:cubicBezTo>
                      <a:pt x="2620" y="3253"/>
                      <a:pt x="2594" y="3240"/>
                      <a:pt x="2529" y="3214"/>
                    </a:cubicBezTo>
                    <a:cubicBezTo>
                      <a:pt x="2536" y="3208"/>
                      <a:pt x="2542" y="3201"/>
                      <a:pt x="2542" y="3195"/>
                    </a:cubicBezTo>
                    <a:cubicBezTo>
                      <a:pt x="2536" y="3195"/>
                      <a:pt x="2529" y="3195"/>
                      <a:pt x="2516" y="3195"/>
                    </a:cubicBezTo>
                    <a:cubicBezTo>
                      <a:pt x="2477" y="3195"/>
                      <a:pt x="2464" y="3162"/>
                      <a:pt x="2445" y="3130"/>
                    </a:cubicBezTo>
                    <a:cubicBezTo>
                      <a:pt x="2432" y="3104"/>
                      <a:pt x="2400" y="3111"/>
                      <a:pt x="2374" y="3091"/>
                    </a:cubicBezTo>
                    <a:cubicBezTo>
                      <a:pt x="2361" y="3085"/>
                      <a:pt x="2361" y="3072"/>
                      <a:pt x="2342" y="3072"/>
                    </a:cubicBezTo>
                    <a:cubicBezTo>
                      <a:pt x="2322" y="3072"/>
                      <a:pt x="2322" y="3091"/>
                      <a:pt x="2303" y="3098"/>
                    </a:cubicBezTo>
                    <a:cubicBezTo>
                      <a:pt x="2283" y="3111"/>
                      <a:pt x="2257" y="3104"/>
                      <a:pt x="2257" y="3124"/>
                    </a:cubicBezTo>
                    <a:cubicBezTo>
                      <a:pt x="2257" y="3149"/>
                      <a:pt x="2277" y="3156"/>
                      <a:pt x="2303" y="3175"/>
                    </a:cubicBezTo>
                    <a:cubicBezTo>
                      <a:pt x="2309" y="3182"/>
                      <a:pt x="2322" y="3182"/>
                      <a:pt x="2322" y="3188"/>
                    </a:cubicBezTo>
                    <a:cubicBezTo>
                      <a:pt x="2322" y="3201"/>
                      <a:pt x="2309" y="3201"/>
                      <a:pt x="2296" y="3208"/>
                    </a:cubicBezTo>
                    <a:cubicBezTo>
                      <a:pt x="2283" y="3214"/>
                      <a:pt x="2277" y="3221"/>
                      <a:pt x="2270" y="3233"/>
                    </a:cubicBezTo>
                    <a:cubicBezTo>
                      <a:pt x="2283" y="3259"/>
                      <a:pt x="2283" y="3279"/>
                      <a:pt x="2296" y="3305"/>
                    </a:cubicBezTo>
                    <a:cubicBezTo>
                      <a:pt x="2309" y="3318"/>
                      <a:pt x="2316" y="3324"/>
                      <a:pt x="2322" y="3343"/>
                    </a:cubicBezTo>
                    <a:cubicBezTo>
                      <a:pt x="2335" y="3363"/>
                      <a:pt x="2361" y="3363"/>
                      <a:pt x="2374" y="3382"/>
                    </a:cubicBezTo>
                    <a:cubicBezTo>
                      <a:pt x="2374" y="3363"/>
                      <a:pt x="2380" y="3350"/>
                      <a:pt x="2387" y="3330"/>
                    </a:cubicBezTo>
                    <a:cubicBezTo>
                      <a:pt x="2393" y="3318"/>
                      <a:pt x="2400" y="3305"/>
                      <a:pt x="2406" y="3305"/>
                    </a:cubicBezTo>
                    <a:cubicBezTo>
                      <a:pt x="2426" y="3305"/>
                      <a:pt x="2439" y="3318"/>
                      <a:pt x="2458" y="3324"/>
                    </a:cubicBezTo>
                    <a:cubicBezTo>
                      <a:pt x="2510" y="3330"/>
                      <a:pt x="2548" y="3343"/>
                      <a:pt x="2581" y="3382"/>
                    </a:cubicBezTo>
                    <a:lnTo>
                      <a:pt x="2581" y="3382"/>
                    </a:lnTo>
                    <a:cubicBezTo>
                      <a:pt x="2536" y="3382"/>
                      <a:pt x="2510" y="3382"/>
                      <a:pt x="2464" y="3382"/>
                    </a:cubicBezTo>
                    <a:cubicBezTo>
                      <a:pt x="2400" y="3382"/>
                      <a:pt x="2367" y="3402"/>
                      <a:pt x="2303" y="3402"/>
                    </a:cubicBezTo>
                    <a:cubicBezTo>
                      <a:pt x="2232" y="3402"/>
                      <a:pt x="2206" y="3350"/>
                      <a:pt x="2148" y="3311"/>
                    </a:cubicBezTo>
                    <a:cubicBezTo>
                      <a:pt x="2083" y="3272"/>
                      <a:pt x="2012" y="3279"/>
                      <a:pt x="1986" y="3201"/>
                    </a:cubicBezTo>
                    <a:cubicBezTo>
                      <a:pt x="1973" y="3188"/>
                      <a:pt x="1960" y="3182"/>
                      <a:pt x="1941" y="3182"/>
                    </a:cubicBezTo>
                    <a:cubicBezTo>
                      <a:pt x="1921" y="3182"/>
                      <a:pt x="1921" y="3214"/>
                      <a:pt x="1902" y="3214"/>
                    </a:cubicBezTo>
                    <a:cubicBezTo>
                      <a:pt x="1882" y="3214"/>
                      <a:pt x="1869" y="3195"/>
                      <a:pt x="1850" y="3182"/>
                    </a:cubicBezTo>
                    <a:cubicBezTo>
                      <a:pt x="1837" y="3195"/>
                      <a:pt x="1831" y="3221"/>
                      <a:pt x="1811" y="3221"/>
                    </a:cubicBezTo>
                    <a:cubicBezTo>
                      <a:pt x="1779" y="3221"/>
                      <a:pt x="1766" y="3201"/>
                      <a:pt x="1740" y="3201"/>
                    </a:cubicBezTo>
                    <a:cubicBezTo>
                      <a:pt x="1721" y="3201"/>
                      <a:pt x="1714" y="3227"/>
                      <a:pt x="1688" y="3227"/>
                    </a:cubicBezTo>
                    <a:cubicBezTo>
                      <a:pt x="1675" y="3227"/>
                      <a:pt x="1675" y="3201"/>
                      <a:pt x="1656" y="3195"/>
                    </a:cubicBezTo>
                    <a:cubicBezTo>
                      <a:pt x="1624" y="3188"/>
                      <a:pt x="1604" y="3175"/>
                      <a:pt x="1572" y="3175"/>
                    </a:cubicBezTo>
                    <a:cubicBezTo>
                      <a:pt x="1546" y="3175"/>
                      <a:pt x="1553" y="3227"/>
                      <a:pt x="1527" y="3227"/>
                    </a:cubicBezTo>
                    <a:cubicBezTo>
                      <a:pt x="1501" y="3227"/>
                      <a:pt x="1501" y="3188"/>
                      <a:pt x="1481" y="3182"/>
                    </a:cubicBezTo>
                    <a:cubicBezTo>
                      <a:pt x="1456" y="3175"/>
                      <a:pt x="1430" y="3182"/>
                      <a:pt x="1417" y="3156"/>
                    </a:cubicBezTo>
                    <a:cubicBezTo>
                      <a:pt x="1391" y="3182"/>
                      <a:pt x="1372" y="3201"/>
                      <a:pt x="1346" y="3233"/>
                    </a:cubicBezTo>
                    <a:cubicBezTo>
                      <a:pt x="1294" y="3201"/>
                      <a:pt x="1294" y="3117"/>
                      <a:pt x="1229" y="3117"/>
                    </a:cubicBezTo>
                    <a:cubicBezTo>
                      <a:pt x="1223" y="3117"/>
                      <a:pt x="1216" y="3130"/>
                      <a:pt x="1216" y="3143"/>
                    </a:cubicBezTo>
                    <a:cubicBezTo>
                      <a:pt x="1216" y="3201"/>
                      <a:pt x="1216" y="3201"/>
                      <a:pt x="1216" y="3201"/>
                    </a:cubicBezTo>
                    <a:cubicBezTo>
                      <a:pt x="1216" y="3214"/>
                      <a:pt x="1229" y="3221"/>
                      <a:pt x="1236" y="3240"/>
                    </a:cubicBezTo>
                    <a:cubicBezTo>
                      <a:pt x="1197" y="3246"/>
                      <a:pt x="1177" y="3253"/>
                      <a:pt x="1145" y="3272"/>
                    </a:cubicBezTo>
                    <a:cubicBezTo>
                      <a:pt x="1113" y="3240"/>
                      <a:pt x="1100" y="3221"/>
                      <a:pt x="1067" y="3182"/>
                    </a:cubicBezTo>
                    <a:cubicBezTo>
                      <a:pt x="1054" y="3169"/>
                      <a:pt x="1048" y="3149"/>
                      <a:pt x="1029" y="3149"/>
                    </a:cubicBezTo>
                    <a:cubicBezTo>
                      <a:pt x="990" y="3149"/>
                      <a:pt x="970" y="3175"/>
                      <a:pt x="925" y="3175"/>
                    </a:cubicBezTo>
                    <a:cubicBezTo>
                      <a:pt x="893" y="3175"/>
                      <a:pt x="867" y="3182"/>
                      <a:pt x="835" y="3182"/>
                    </a:cubicBezTo>
                    <a:cubicBezTo>
                      <a:pt x="822" y="3182"/>
                      <a:pt x="815" y="3169"/>
                      <a:pt x="809" y="3169"/>
                    </a:cubicBezTo>
                    <a:cubicBezTo>
                      <a:pt x="763" y="3169"/>
                      <a:pt x="763" y="3233"/>
                      <a:pt x="744" y="3272"/>
                    </a:cubicBezTo>
                    <a:cubicBezTo>
                      <a:pt x="705" y="3253"/>
                      <a:pt x="692" y="3221"/>
                      <a:pt x="660" y="3195"/>
                    </a:cubicBezTo>
                    <a:cubicBezTo>
                      <a:pt x="621" y="3169"/>
                      <a:pt x="582" y="3175"/>
                      <a:pt x="544" y="3156"/>
                    </a:cubicBezTo>
                    <a:cubicBezTo>
                      <a:pt x="524" y="3188"/>
                      <a:pt x="492" y="3188"/>
                      <a:pt x="479" y="3214"/>
                    </a:cubicBezTo>
                    <a:cubicBezTo>
                      <a:pt x="453" y="3259"/>
                      <a:pt x="472" y="3298"/>
                      <a:pt x="434" y="3330"/>
                    </a:cubicBezTo>
                    <a:cubicBezTo>
                      <a:pt x="408" y="3363"/>
                      <a:pt x="369" y="3337"/>
                      <a:pt x="330" y="3350"/>
                    </a:cubicBezTo>
                    <a:cubicBezTo>
                      <a:pt x="298" y="3363"/>
                      <a:pt x="298" y="3402"/>
                      <a:pt x="291" y="3434"/>
                    </a:cubicBezTo>
                    <a:lnTo>
                      <a:pt x="291" y="3434"/>
                    </a:lnTo>
                    <a:cubicBezTo>
                      <a:pt x="266" y="3414"/>
                      <a:pt x="266" y="3402"/>
                      <a:pt x="246" y="3376"/>
                    </a:cubicBezTo>
                    <a:cubicBezTo>
                      <a:pt x="240" y="3369"/>
                      <a:pt x="233" y="3363"/>
                      <a:pt x="233" y="3356"/>
                    </a:cubicBezTo>
                    <a:cubicBezTo>
                      <a:pt x="233" y="3337"/>
                      <a:pt x="240" y="3324"/>
                      <a:pt x="252" y="3311"/>
                    </a:cubicBezTo>
                    <a:cubicBezTo>
                      <a:pt x="259" y="3292"/>
                      <a:pt x="266" y="3279"/>
                      <a:pt x="266" y="3259"/>
                    </a:cubicBezTo>
                    <a:cubicBezTo>
                      <a:pt x="272" y="3253"/>
                      <a:pt x="278" y="3246"/>
                      <a:pt x="278" y="3233"/>
                    </a:cubicBezTo>
                    <a:cubicBezTo>
                      <a:pt x="278" y="3214"/>
                      <a:pt x="278" y="3188"/>
                      <a:pt x="259" y="3182"/>
                    </a:cubicBezTo>
                    <a:cubicBezTo>
                      <a:pt x="233" y="3169"/>
                      <a:pt x="207" y="3162"/>
                      <a:pt x="194" y="3130"/>
                    </a:cubicBezTo>
                    <a:cubicBezTo>
                      <a:pt x="182" y="3098"/>
                      <a:pt x="194" y="3072"/>
                      <a:pt x="188" y="3040"/>
                    </a:cubicBezTo>
                    <a:cubicBezTo>
                      <a:pt x="188" y="3020"/>
                      <a:pt x="175" y="3007"/>
                      <a:pt x="175" y="2988"/>
                    </a:cubicBezTo>
                    <a:cubicBezTo>
                      <a:pt x="175" y="2930"/>
                      <a:pt x="214" y="2897"/>
                      <a:pt x="220" y="2839"/>
                    </a:cubicBezTo>
                    <a:cubicBezTo>
                      <a:pt x="220" y="2820"/>
                      <a:pt x="214" y="2800"/>
                      <a:pt x="227" y="2781"/>
                    </a:cubicBezTo>
                    <a:cubicBezTo>
                      <a:pt x="233" y="2761"/>
                      <a:pt x="246" y="2748"/>
                      <a:pt x="259" y="2723"/>
                    </a:cubicBezTo>
                    <a:cubicBezTo>
                      <a:pt x="266" y="2710"/>
                      <a:pt x="272" y="2703"/>
                      <a:pt x="272" y="2690"/>
                    </a:cubicBezTo>
                    <a:cubicBezTo>
                      <a:pt x="272" y="2651"/>
                      <a:pt x="252" y="2632"/>
                      <a:pt x="240" y="2600"/>
                    </a:cubicBezTo>
                    <a:cubicBezTo>
                      <a:pt x="227" y="2574"/>
                      <a:pt x="220" y="2561"/>
                      <a:pt x="207" y="2542"/>
                    </a:cubicBezTo>
                    <a:cubicBezTo>
                      <a:pt x="110" y="2554"/>
                      <a:pt x="110" y="2554"/>
                      <a:pt x="110" y="2554"/>
                    </a:cubicBezTo>
                    <a:cubicBezTo>
                      <a:pt x="91" y="2554"/>
                      <a:pt x="71" y="2548"/>
                      <a:pt x="52" y="2535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28575" cap="flat" cmpd="sng">
                <a:noFill/>
                <a:bevel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/>
              <a:p>
                <a:pPr defTabSz="68578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13">
                  <a:latin typeface="Rubik Light" panose="02000604000000020004" pitchFamily="2" charset="-79"/>
                  <a:cs typeface="Rubik Light" panose="02000604000000020004" pitchFamily="2" charset="-79"/>
                </a:endParaRPr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7D27BB24-1E9B-2179-2437-5096FB1F1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46782" y="4816286"/>
                <a:ext cx="6482798" cy="4360397"/>
              </a:xfrm>
              <a:custGeom>
                <a:avLst/>
                <a:gdLst>
                  <a:gd name="T0" fmla="*/ 5936 w 6480"/>
                  <a:gd name="T1" fmla="*/ 103 h 4359"/>
                  <a:gd name="T2" fmla="*/ 6104 w 6480"/>
                  <a:gd name="T3" fmla="*/ 686 h 4359"/>
                  <a:gd name="T4" fmla="*/ 5781 w 6480"/>
                  <a:gd name="T5" fmla="*/ 142 h 4359"/>
                  <a:gd name="T6" fmla="*/ 5652 w 6480"/>
                  <a:gd name="T7" fmla="*/ 614 h 4359"/>
                  <a:gd name="T8" fmla="*/ 4798 w 6480"/>
                  <a:gd name="T9" fmla="*/ 401 h 4359"/>
                  <a:gd name="T10" fmla="*/ 4513 w 6480"/>
                  <a:gd name="T11" fmla="*/ 918 h 4359"/>
                  <a:gd name="T12" fmla="*/ 4015 w 6480"/>
                  <a:gd name="T13" fmla="*/ 1474 h 4359"/>
                  <a:gd name="T14" fmla="*/ 3653 w 6480"/>
                  <a:gd name="T15" fmla="*/ 1934 h 4359"/>
                  <a:gd name="T16" fmla="*/ 2819 w 6480"/>
                  <a:gd name="T17" fmla="*/ 2134 h 4359"/>
                  <a:gd name="T18" fmla="*/ 2327 w 6480"/>
                  <a:gd name="T19" fmla="*/ 2276 h 4359"/>
                  <a:gd name="T20" fmla="*/ 2140 w 6480"/>
                  <a:gd name="T21" fmla="*/ 2315 h 4359"/>
                  <a:gd name="T22" fmla="*/ 2062 w 6480"/>
                  <a:gd name="T23" fmla="*/ 2612 h 4359"/>
                  <a:gd name="T24" fmla="*/ 2269 w 6480"/>
                  <a:gd name="T25" fmla="*/ 2540 h 4359"/>
                  <a:gd name="T26" fmla="*/ 2379 w 6480"/>
                  <a:gd name="T27" fmla="*/ 2877 h 4359"/>
                  <a:gd name="T28" fmla="*/ 2211 w 6480"/>
                  <a:gd name="T29" fmla="*/ 2993 h 4359"/>
                  <a:gd name="T30" fmla="*/ 1881 w 6480"/>
                  <a:gd name="T31" fmla="*/ 3051 h 4359"/>
                  <a:gd name="T32" fmla="*/ 1862 w 6480"/>
                  <a:gd name="T33" fmla="*/ 3090 h 4359"/>
                  <a:gd name="T34" fmla="*/ 1706 w 6480"/>
                  <a:gd name="T35" fmla="*/ 3349 h 4359"/>
                  <a:gd name="T36" fmla="*/ 1661 w 6480"/>
                  <a:gd name="T37" fmla="*/ 3420 h 4359"/>
                  <a:gd name="T38" fmla="*/ 1829 w 6480"/>
                  <a:gd name="T39" fmla="*/ 3666 h 4359"/>
                  <a:gd name="T40" fmla="*/ 2004 w 6480"/>
                  <a:gd name="T41" fmla="*/ 3730 h 4359"/>
                  <a:gd name="T42" fmla="*/ 1739 w 6480"/>
                  <a:gd name="T43" fmla="*/ 3543 h 4359"/>
                  <a:gd name="T44" fmla="*/ 1571 w 6480"/>
                  <a:gd name="T45" fmla="*/ 3543 h 4359"/>
                  <a:gd name="T46" fmla="*/ 1745 w 6480"/>
                  <a:gd name="T47" fmla="*/ 3827 h 4359"/>
                  <a:gd name="T48" fmla="*/ 1299 w 6480"/>
                  <a:gd name="T49" fmla="*/ 3620 h 4359"/>
                  <a:gd name="T50" fmla="*/ 1234 w 6480"/>
                  <a:gd name="T51" fmla="*/ 3827 h 4359"/>
                  <a:gd name="T52" fmla="*/ 1137 w 6480"/>
                  <a:gd name="T53" fmla="*/ 3595 h 4359"/>
                  <a:gd name="T54" fmla="*/ 827 w 6480"/>
                  <a:gd name="T55" fmla="*/ 3375 h 4359"/>
                  <a:gd name="T56" fmla="*/ 672 w 6480"/>
                  <a:gd name="T57" fmla="*/ 3491 h 4359"/>
                  <a:gd name="T58" fmla="*/ 285 w 6480"/>
                  <a:gd name="T59" fmla="*/ 3362 h 4359"/>
                  <a:gd name="T60" fmla="*/ 7 w 6480"/>
                  <a:gd name="T61" fmla="*/ 3252 h 4359"/>
                  <a:gd name="T62" fmla="*/ 446 w 6480"/>
                  <a:gd name="T63" fmla="*/ 3860 h 4359"/>
                  <a:gd name="T64" fmla="*/ 1079 w 6480"/>
                  <a:gd name="T65" fmla="*/ 4358 h 4359"/>
                  <a:gd name="T66" fmla="*/ 1506 w 6480"/>
                  <a:gd name="T67" fmla="*/ 4177 h 4359"/>
                  <a:gd name="T68" fmla="*/ 2418 w 6480"/>
                  <a:gd name="T69" fmla="*/ 4203 h 4359"/>
                  <a:gd name="T70" fmla="*/ 3026 w 6480"/>
                  <a:gd name="T71" fmla="*/ 3646 h 4359"/>
                  <a:gd name="T72" fmla="*/ 3744 w 6480"/>
                  <a:gd name="T73" fmla="*/ 3588 h 4359"/>
                  <a:gd name="T74" fmla="*/ 4106 w 6480"/>
                  <a:gd name="T75" fmla="*/ 3886 h 4359"/>
                  <a:gd name="T76" fmla="*/ 4617 w 6480"/>
                  <a:gd name="T77" fmla="*/ 3789 h 4359"/>
                  <a:gd name="T78" fmla="*/ 5289 w 6480"/>
                  <a:gd name="T79" fmla="*/ 3743 h 4359"/>
                  <a:gd name="T80" fmla="*/ 5464 w 6480"/>
                  <a:gd name="T81" fmla="*/ 3310 h 4359"/>
                  <a:gd name="T82" fmla="*/ 5736 w 6480"/>
                  <a:gd name="T83" fmla="*/ 2864 h 4359"/>
                  <a:gd name="T84" fmla="*/ 5891 w 6480"/>
                  <a:gd name="T85" fmla="*/ 2709 h 4359"/>
                  <a:gd name="T86" fmla="*/ 5884 w 6480"/>
                  <a:gd name="T87" fmla="*/ 2386 h 4359"/>
                  <a:gd name="T88" fmla="*/ 6143 w 6480"/>
                  <a:gd name="T89" fmla="*/ 2115 h 4359"/>
                  <a:gd name="T90" fmla="*/ 6428 w 6480"/>
                  <a:gd name="T91" fmla="*/ 1636 h 4359"/>
                  <a:gd name="T92" fmla="*/ 6447 w 6480"/>
                  <a:gd name="T93" fmla="*/ 1015 h 4359"/>
                  <a:gd name="T94" fmla="*/ 6454 w 6480"/>
                  <a:gd name="T95" fmla="*/ 724 h 4359"/>
                  <a:gd name="T96" fmla="*/ 6415 w 6480"/>
                  <a:gd name="T97" fmla="*/ 246 h 4359"/>
                  <a:gd name="T98" fmla="*/ 1849 w 6480"/>
                  <a:gd name="T99" fmla="*/ 2354 h 4359"/>
                  <a:gd name="T100" fmla="*/ 1926 w 6480"/>
                  <a:gd name="T101" fmla="*/ 2547 h 4359"/>
                  <a:gd name="T102" fmla="*/ 1855 w 6480"/>
                  <a:gd name="T103" fmla="*/ 2469 h 4359"/>
                  <a:gd name="T104" fmla="*/ 2056 w 6480"/>
                  <a:gd name="T105" fmla="*/ 2650 h 4359"/>
                  <a:gd name="T106" fmla="*/ 2075 w 6480"/>
                  <a:gd name="T107" fmla="*/ 2767 h 4359"/>
                  <a:gd name="T108" fmla="*/ 2230 w 6480"/>
                  <a:gd name="T109" fmla="*/ 2812 h 4359"/>
                  <a:gd name="T110" fmla="*/ 2172 w 6480"/>
                  <a:gd name="T111" fmla="*/ 2825 h 4359"/>
                  <a:gd name="T112" fmla="*/ 1784 w 6480"/>
                  <a:gd name="T113" fmla="*/ 2896 h 4359"/>
                  <a:gd name="T114" fmla="*/ 2017 w 6480"/>
                  <a:gd name="T115" fmla="*/ 2793 h 4359"/>
                  <a:gd name="T116" fmla="*/ 2133 w 6480"/>
                  <a:gd name="T117" fmla="*/ 2857 h 4359"/>
                  <a:gd name="T118" fmla="*/ 2088 w 6480"/>
                  <a:gd name="T119" fmla="*/ 2896 h 4359"/>
                  <a:gd name="T120" fmla="*/ 1732 w 6480"/>
                  <a:gd name="T121" fmla="*/ 2980 h 4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480" h="4359">
                    <a:moveTo>
                      <a:pt x="6240" y="0"/>
                    </a:moveTo>
                    <a:lnTo>
                      <a:pt x="6240" y="0"/>
                    </a:lnTo>
                    <a:cubicBezTo>
                      <a:pt x="6234" y="0"/>
                      <a:pt x="6227" y="7"/>
                      <a:pt x="6227" y="13"/>
                    </a:cubicBezTo>
                    <a:cubicBezTo>
                      <a:pt x="6201" y="32"/>
                      <a:pt x="6195" y="58"/>
                      <a:pt x="6163" y="71"/>
                    </a:cubicBezTo>
                    <a:cubicBezTo>
                      <a:pt x="6130" y="84"/>
                      <a:pt x="6104" y="84"/>
                      <a:pt x="6065" y="84"/>
                    </a:cubicBezTo>
                    <a:cubicBezTo>
                      <a:pt x="6033" y="84"/>
                      <a:pt x="6020" y="58"/>
                      <a:pt x="5981" y="45"/>
                    </a:cubicBezTo>
                    <a:cubicBezTo>
                      <a:pt x="5968" y="65"/>
                      <a:pt x="5956" y="84"/>
                      <a:pt x="5936" y="103"/>
                    </a:cubicBezTo>
                    <a:lnTo>
                      <a:pt x="5936" y="103"/>
                    </a:lnTo>
                    <a:cubicBezTo>
                      <a:pt x="6001" y="194"/>
                      <a:pt x="6059" y="252"/>
                      <a:pt x="6059" y="362"/>
                    </a:cubicBezTo>
                    <a:cubicBezTo>
                      <a:pt x="6059" y="453"/>
                      <a:pt x="6059" y="453"/>
                      <a:pt x="6059" y="453"/>
                    </a:cubicBezTo>
                    <a:cubicBezTo>
                      <a:pt x="6059" y="517"/>
                      <a:pt x="6072" y="563"/>
                      <a:pt x="6111" y="621"/>
                    </a:cubicBezTo>
                    <a:cubicBezTo>
                      <a:pt x="6130" y="647"/>
                      <a:pt x="6175" y="653"/>
                      <a:pt x="6175" y="692"/>
                    </a:cubicBezTo>
                    <a:cubicBezTo>
                      <a:pt x="6175" y="698"/>
                      <a:pt x="6169" y="705"/>
                      <a:pt x="6163" y="705"/>
                    </a:cubicBezTo>
                    <a:cubicBezTo>
                      <a:pt x="6137" y="705"/>
                      <a:pt x="6130" y="686"/>
                      <a:pt x="6104" y="686"/>
                    </a:cubicBezTo>
                    <a:cubicBezTo>
                      <a:pt x="6085" y="686"/>
                      <a:pt x="6072" y="692"/>
                      <a:pt x="6059" y="692"/>
                    </a:cubicBezTo>
                    <a:cubicBezTo>
                      <a:pt x="6020" y="692"/>
                      <a:pt x="6014" y="660"/>
                      <a:pt x="5981" y="640"/>
                    </a:cubicBezTo>
                    <a:cubicBezTo>
                      <a:pt x="5949" y="621"/>
                      <a:pt x="5917" y="640"/>
                      <a:pt x="5884" y="627"/>
                    </a:cubicBezTo>
                    <a:cubicBezTo>
                      <a:pt x="5891" y="537"/>
                      <a:pt x="5813" y="491"/>
                      <a:pt x="5813" y="395"/>
                    </a:cubicBezTo>
                    <a:cubicBezTo>
                      <a:pt x="5813" y="291"/>
                      <a:pt x="5813" y="291"/>
                      <a:pt x="5813" y="291"/>
                    </a:cubicBezTo>
                    <a:cubicBezTo>
                      <a:pt x="5813" y="246"/>
                      <a:pt x="5787" y="220"/>
                      <a:pt x="5768" y="181"/>
                    </a:cubicBezTo>
                    <a:cubicBezTo>
                      <a:pt x="5768" y="175"/>
                      <a:pt x="5781" y="149"/>
                      <a:pt x="5781" y="142"/>
                    </a:cubicBezTo>
                    <a:cubicBezTo>
                      <a:pt x="5716" y="116"/>
                      <a:pt x="5716" y="116"/>
                      <a:pt x="5716" y="116"/>
                    </a:cubicBezTo>
                    <a:cubicBezTo>
                      <a:pt x="5697" y="123"/>
                      <a:pt x="5619" y="168"/>
                      <a:pt x="5606" y="181"/>
                    </a:cubicBezTo>
                    <a:cubicBezTo>
                      <a:pt x="5580" y="201"/>
                      <a:pt x="5593" y="233"/>
                      <a:pt x="5580" y="265"/>
                    </a:cubicBezTo>
                    <a:cubicBezTo>
                      <a:pt x="5574" y="278"/>
                      <a:pt x="5548" y="278"/>
                      <a:pt x="5548" y="298"/>
                    </a:cubicBezTo>
                    <a:cubicBezTo>
                      <a:pt x="5548" y="343"/>
                      <a:pt x="5580" y="362"/>
                      <a:pt x="5580" y="407"/>
                    </a:cubicBezTo>
                    <a:cubicBezTo>
                      <a:pt x="5580" y="530"/>
                      <a:pt x="5580" y="530"/>
                      <a:pt x="5580" y="530"/>
                    </a:cubicBezTo>
                    <a:cubicBezTo>
                      <a:pt x="5580" y="576"/>
                      <a:pt x="5606" y="602"/>
                      <a:pt x="5652" y="614"/>
                    </a:cubicBezTo>
                    <a:cubicBezTo>
                      <a:pt x="5632" y="692"/>
                      <a:pt x="5600" y="718"/>
                      <a:pt x="5574" y="789"/>
                    </a:cubicBezTo>
                    <a:cubicBezTo>
                      <a:pt x="5548" y="854"/>
                      <a:pt x="5548" y="899"/>
                      <a:pt x="5503" y="944"/>
                    </a:cubicBezTo>
                    <a:cubicBezTo>
                      <a:pt x="5464" y="996"/>
                      <a:pt x="5425" y="1002"/>
                      <a:pt x="5373" y="1028"/>
                    </a:cubicBezTo>
                    <a:cubicBezTo>
                      <a:pt x="5154" y="757"/>
                      <a:pt x="5154" y="757"/>
                      <a:pt x="5154" y="757"/>
                    </a:cubicBezTo>
                    <a:cubicBezTo>
                      <a:pt x="5121" y="737"/>
                      <a:pt x="5095" y="731"/>
                      <a:pt x="5063" y="724"/>
                    </a:cubicBezTo>
                    <a:cubicBezTo>
                      <a:pt x="5063" y="621"/>
                      <a:pt x="5044" y="537"/>
                      <a:pt x="4960" y="472"/>
                    </a:cubicBezTo>
                    <a:cubicBezTo>
                      <a:pt x="4908" y="427"/>
                      <a:pt x="4856" y="433"/>
                      <a:pt x="4798" y="401"/>
                    </a:cubicBezTo>
                    <a:lnTo>
                      <a:pt x="4798" y="401"/>
                    </a:lnTo>
                    <a:cubicBezTo>
                      <a:pt x="4778" y="407"/>
                      <a:pt x="4759" y="420"/>
                      <a:pt x="4733" y="420"/>
                    </a:cubicBezTo>
                    <a:cubicBezTo>
                      <a:pt x="4714" y="427"/>
                      <a:pt x="4701" y="427"/>
                      <a:pt x="4688" y="433"/>
                    </a:cubicBezTo>
                    <a:cubicBezTo>
                      <a:pt x="4701" y="472"/>
                      <a:pt x="4701" y="498"/>
                      <a:pt x="4701" y="537"/>
                    </a:cubicBezTo>
                    <a:cubicBezTo>
                      <a:pt x="4701" y="621"/>
                      <a:pt x="4675" y="666"/>
                      <a:pt x="4636" y="737"/>
                    </a:cubicBezTo>
                    <a:cubicBezTo>
                      <a:pt x="4610" y="783"/>
                      <a:pt x="4604" y="815"/>
                      <a:pt x="4571" y="860"/>
                    </a:cubicBezTo>
                    <a:cubicBezTo>
                      <a:pt x="4552" y="886"/>
                      <a:pt x="4533" y="893"/>
                      <a:pt x="4513" y="918"/>
                    </a:cubicBezTo>
                    <a:cubicBezTo>
                      <a:pt x="4500" y="944"/>
                      <a:pt x="4500" y="957"/>
                      <a:pt x="4487" y="977"/>
                    </a:cubicBezTo>
                    <a:cubicBezTo>
                      <a:pt x="4423" y="1061"/>
                      <a:pt x="4378" y="1099"/>
                      <a:pt x="4300" y="1158"/>
                    </a:cubicBezTo>
                    <a:cubicBezTo>
                      <a:pt x="4242" y="1203"/>
                      <a:pt x="4216" y="1229"/>
                      <a:pt x="4158" y="1267"/>
                    </a:cubicBezTo>
                    <a:cubicBezTo>
                      <a:pt x="4132" y="1287"/>
                      <a:pt x="4106" y="1281"/>
                      <a:pt x="4099" y="1306"/>
                    </a:cubicBezTo>
                    <a:cubicBezTo>
                      <a:pt x="4099" y="1319"/>
                      <a:pt x="4099" y="1319"/>
                      <a:pt x="4099" y="1319"/>
                    </a:cubicBezTo>
                    <a:cubicBezTo>
                      <a:pt x="4086" y="1352"/>
                      <a:pt x="4080" y="1371"/>
                      <a:pt x="4067" y="1410"/>
                    </a:cubicBezTo>
                    <a:cubicBezTo>
                      <a:pt x="4054" y="1436"/>
                      <a:pt x="4041" y="1449"/>
                      <a:pt x="4015" y="1474"/>
                    </a:cubicBezTo>
                    <a:cubicBezTo>
                      <a:pt x="3996" y="1494"/>
                      <a:pt x="3970" y="1500"/>
                      <a:pt x="3970" y="1533"/>
                    </a:cubicBezTo>
                    <a:cubicBezTo>
                      <a:pt x="3970" y="1546"/>
                      <a:pt x="3970" y="1546"/>
                      <a:pt x="3970" y="1546"/>
                    </a:cubicBezTo>
                    <a:cubicBezTo>
                      <a:pt x="3970" y="1571"/>
                      <a:pt x="3951" y="1578"/>
                      <a:pt x="3938" y="1591"/>
                    </a:cubicBezTo>
                    <a:cubicBezTo>
                      <a:pt x="3918" y="1610"/>
                      <a:pt x="3912" y="1630"/>
                      <a:pt x="3892" y="1649"/>
                    </a:cubicBezTo>
                    <a:cubicBezTo>
                      <a:pt x="3847" y="1675"/>
                      <a:pt x="3841" y="1714"/>
                      <a:pt x="3802" y="1740"/>
                    </a:cubicBezTo>
                    <a:cubicBezTo>
                      <a:pt x="3763" y="1772"/>
                      <a:pt x="3737" y="1785"/>
                      <a:pt x="3718" y="1824"/>
                    </a:cubicBezTo>
                    <a:cubicBezTo>
                      <a:pt x="3698" y="1869"/>
                      <a:pt x="3698" y="1908"/>
                      <a:pt x="3653" y="1934"/>
                    </a:cubicBezTo>
                    <a:cubicBezTo>
                      <a:pt x="3627" y="1947"/>
                      <a:pt x="3614" y="1959"/>
                      <a:pt x="3588" y="1973"/>
                    </a:cubicBezTo>
                    <a:cubicBezTo>
                      <a:pt x="3550" y="1992"/>
                      <a:pt x="3530" y="1992"/>
                      <a:pt x="3485" y="1998"/>
                    </a:cubicBezTo>
                    <a:cubicBezTo>
                      <a:pt x="3395" y="2011"/>
                      <a:pt x="3343" y="2031"/>
                      <a:pt x="3246" y="2050"/>
                    </a:cubicBezTo>
                    <a:cubicBezTo>
                      <a:pt x="3207" y="2076"/>
                      <a:pt x="3175" y="2089"/>
                      <a:pt x="3129" y="2089"/>
                    </a:cubicBezTo>
                    <a:cubicBezTo>
                      <a:pt x="3097" y="2089"/>
                      <a:pt x="3097" y="2089"/>
                      <a:pt x="3097" y="2089"/>
                    </a:cubicBezTo>
                    <a:cubicBezTo>
                      <a:pt x="3039" y="2089"/>
                      <a:pt x="3013" y="2108"/>
                      <a:pt x="2955" y="2115"/>
                    </a:cubicBezTo>
                    <a:cubicBezTo>
                      <a:pt x="2903" y="2128"/>
                      <a:pt x="2871" y="2128"/>
                      <a:pt x="2819" y="2134"/>
                    </a:cubicBezTo>
                    <a:cubicBezTo>
                      <a:pt x="2780" y="2147"/>
                      <a:pt x="2761" y="2154"/>
                      <a:pt x="2722" y="2173"/>
                    </a:cubicBezTo>
                    <a:cubicBezTo>
                      <a:pt x="2683" y="2186"/>
                      <a:pt x="2657" y="2186"/>
                      <a:pt x="2618" y="2199"/>
                    </a:cubicBezTo>
                    <a:cubicBezTo>
                      <a:pt x="2547" y="2218"/>
                      <a:pt x="2508" y="2225"/>
                      <a:pt x="2437" y="2238"/>
                    </a:cubicBezTo>
                    <a:cubicBezTo>
                      <a:pt x="2392" y="2244"/>
                      <a:pt x="2373" y="2257"/>
                      <a:pt x="2327" y="2257"/>
                    </a:cubicBezTo>
                    <a:cubicBezTo>
                      <a:pt x="2295" y="2257"/>
                      <a:pt x="2295" y="2257"/>
                      <a:pt x="2295" y="2257"/>
                    </a:cubicBezTo>
                    <a:cubicBezTo>
                      <a:pt x="2263" y="2250"/>
                      <a:pt x="2263" y="2250"/>
                      <a:pt x="2263" y="2250"/>
                    </a:cubicBezTo>
                    <a:cubicBezTo>
                      <a:pt x="2205" y="2250"/>
                      <a:pt x="2321" y="2276"/>
                      <a:pt x="2327" y="2276"/>
                    </a:cubicBezTo>
                    <a:cubicBezTo>
                      <a:pt x="2347" y="2283"/>
                      <a:pt x="2366" y="2276"/>
                      <a:pt x="2373" y="2289"/>
                    </a:cubicBezTo>
                    <a:cubicBezTo>
                      <a:pt x="2386" y="2302"/>
                      <a:pt x="2373" y="2315"/>
                      <a:pt x="2379" y="2328"/>
                    </a:cubicBezTo>
                    <a:lnTo>
                      <a:pt x="2373" y="2322"/>
                    </a:lnTo>
                    <a:cubicBezTo>
                      <a:pt x="2327" y="2322"/>
                      <a:pt x="2327" y="2322"/>
                      <a:pt x="2327" y="2322"/>
                    </a:cubicBezTo>
                    <a:cubicBezTo>
                      <a:pt x="2282" y="2322"/>
                      <a:pt x="2276" y="2276"/>
                      <a:pt x="2237" y="2276"/>
                    </a:cubicBezTo>
                    <a:cubicBezTo>
                      <a:pt x="2217" y="2276"/>
                      <a:pt x="2217" y="2296"/>
                      <a:pt x="2205" y="2302"/>
                    </a:cubicBezTo>
                    <a:cubicBezTo>
                      <a:pt x="2185" y="2309"/>
                      <a:pt x="2166" y="2302"/>
                      <a:pt x="2140" y="2315"/>
                    </a:cubicBezTo>
                    <a:cubicBezTo>
                      <a:pt x="2088" y="2347"/>
                      <a:pt x="2062" y="2373"/>
                      <a:pt x="2004" y="2399"/>
                    </a:cubicBezTo>
                    <a:cubicBezTo>
                      <a:pt x="2004" y="2438"/>
                      <a:pt x="1985" y="2457"/>
                      <a:pt x="1985" y="2489"/>
                    </a:cubicBezTo>
                    <a:cubicBezTo>
                      <a:pt x="1985" y="2534"/>
                      <a:pt x="1985" y="2534"/>
                      <a:pt x="1985" y="2534"/>
                    </a:cubicBezTo>
                    <a:cubicBezTo>
                      <a:pt x="1985" y="2553"/>
                      <a:pt x="1972" y="2566"/>
                      <a:pt x="1972" y="2586"/>
                    </a:cubicBezTo>
                    <a:cubicBezTo>
                      <a:pt x="1972" y="2592"/>
                      <a:pt x="1978" y="2586"/>
                      <a:pt x="1978" y="2592"/>
                    </a:cubicBezTo>
                    <a:cubicBezTo>
                      <a:pt x="1991" y="2612"/>
                      <a:pt x="2004" y="2625"/>
                      <a:pt x="2023" y="2625"/>
                    </a:cubicBezTo>
                    <a:cubicBezTo>
                      <a:pt x="2036" y="2625"/>
                      <a:pt x="2049" y="2612"/>
                      <a:pt x="2062" y="2612"/>
                    </a:cubicBezTo>
                    <a:cubicBezTo>
                      <a:pt x="2075" y="2637"/>
                      <a:pt x="2082" y="2657"/>
                      <a:pt x="2107" y="2657"/>
                    </a:cubicBezTo>
                    <a:cubicBezTo>
                      <a:pt x="2146" y="2657"/>
                      <a:pt x="2159" y="2644"/>
                      <a:pt x="2191" y="2625"/>
                    </a:cubicBezTo>
                    <a:cubicBezTo>
                      <a:pt x="2205" y="2612"/>
                      <a:pt x="2211" y="2599"/>
                      <a:pt x="2230" y="2592"/>
                    </a:cubicBezTo>
                    <a:cubicBezTo>
                      <a:pt x="2243" y="2592"/>
                      <a:pt x="2263" y="2592"/>
                      <a:pt x="2263" y="2579"/>
                    </a:cubicBezTo>
                    <a:cubicBezTo>
                      <a:pt x="2263" y="2560"/>
                      <a:pt x="2250" y="2553"/>
                      <a:pt x="2250" y="2534"/>
                    </a:cubicBezTo>
                    <a:cubicBezTo>
                      <a:pt x="2250" y="2502"/>
                      <a:pt x="2263" y="2476"/>
                      <a:pt x="2295" y="2457"/>
                    </a:cubicBezTo>
                    <a:cubicBezTo>
                      <a:pt x="2289" y="2495"/>
                      <a:pt x="2269" y="2508"/>
                      <a:pt x="2269" y="2540"/>
                    </a:cubicBezTo>
                    <a:cubicBezTo>
                      <a:pt x="2269" y="2560"/>
                      <a:pt x="2289" y="2560"/>
                      <a:pt x="2289" y="2579"/>
                    </a:cubicBezTo>
                    <a:cubicBezTo>
                      <a:pt x="2289" y="2592"/>
                      <a:pt x="2276" y="2592"/>
                      <a:pt x="2263" y="2599"/>
                    </a:cubicBezTo>
                    <a:cubicBezTo>
                      <a:pt x="2237" y="2612"/>
                      <a:pt x="2230" y="2625"/>
                      <a:pt x="2217" y="2650"/>
                    </a:cubicBezTo>
                    <a:cubicBezTo>
                      <a:pt x="2211" y="2663"/>
                      <a:pt x="2191" y="2670"/>
                      <a:pt x="2191" y="2689"/>
                    </a:cubicBezTo>
                    <a:cubicBezTo>
                      <a:pt x="2191" y="2722"/>
                      <a:pt x="2217" y="2735"/>
                      <a:pt x="2243" y="2760"/>
                    </a:cubicBezTo>
                    <a:cubicBezTo>
                      <a:pt x="2263" y="2780"/>
                      <a:pt x="2256" y="2812"/>
                      <a:pt x="2289" y="2838"/>
                    </a:cubicBezTo>
                    <a:cubicBezTo>
                      <a:pt x="2321" y="2857"/>
                      <a:pt x="2340" y="2870"/>
                      <a:pt x="2379" y="2877"/>
                    </a:cubicBezTo>
                    <a:cubicBezTo>
                      <a:pt x="2398" y="2877"/>
                      <a:pt x="2431" y="2870"/>
                      <a:pt x="2431" y="2890"/>
                    </a:cubicBezTo>
                    <a:cubicBezTo>
                      <a:pt x="2431" y="2903"/>
                      <a:pt x="2424" y="2909"/>
                      <a:pt x="2418" y="2909"/>
                    </a:cubicBezTo>
                    <a:cubicBezTo>
                      <a:pt x="2373" y="2909"/>
                      <a:pt x="2347" y="2877"/>
                      <a:pt x="2301" y="2877"/>
                    </a:cubicBezTo>
                    <a:cubicBezTo>
                      <a:pt x="2269" y="2877"/>
                      <a:pt x="2269" y="2877"/>
                      <a:pt x="2269" y="2877"/>
                    </a:cubicBezTo>
                    <a:cubicBezTo>
                      <a:pt x="2250" y="2877"/>
                      <a:pt x="2243" y="2896"/>
                      <a:pt x="2243" y="2916"/>
                    </a:cubicBezTo>
                    <a:cubicBezTo>
                      <a:pt x="2243" y="2961"/>
                      <a:pt x="2243" y="2961"/>
                      <a:pt x="2243" y="2961"/>
                    </a:cubicBezTo>
                    <a:cubicBezTo>
                      <a:pt x="2243" y="2980"/>
                      <a:pt x="2230" y="2993"/>
                      <a:pt x="2211" y="2993"/>
                    </a:cubicBezTo>
                    <a:cubicBezTo>
                      <a:pt x="2191" y="2993"/>
                      <a:pt x="2185" y="2987"/>
                      <a:pt x="2159" y="2987"/>
                    </a:cubicBezTo>
                    <a:cubicBezTo>
                      <a:pt x="2140" y="2987"/>
                      <a:pt x="2133" y="3006"/>
                      <a:pt x="2114" y="3006"/>
                    </a:cubicBezTo>
                    <a:cubicBezTo>
                      <a:pt x="2088" y="3019"/>
                      <a:pt x="2075" y="3013"/>
                      <a:pt x="2049" y="3013"/>
                    </a:cubicBezTo>
                    <a:cubicBezTo>
                      <a:pt x="2017" y="3019"/>
                      <a:pt x="2004" y="3038"/>
                      <a:pt x="1972" y="3038"/>
                    </a:cubicBezTo>
                    <a:cubicBezTo>
                      <a:pt x="1933" y="3038"/>
                      <a:pt x="1933" y="3038"/>
                      <a:pt x="1933" y="3038"/>
                    </a:cubicBezTo>
                    <a:cubicBezTo>
                      <a:pt x="1926" y="3038"/>
                      <a:pt x="1926" y="3038"/>
                      <a:pt x="1920" y="3038"/>
                    </a:cubicBezTo>
                    <a:cubicBezTo>
                      <a:pt x="1901" y="3038"/>
                      <a:pt x="1894" y="3051"/>
                      <a:pt x="1881" y="3051"/>
                    </a:cubicBezTo>
                    <a:cubicBezTo>
                      <a:pt x="1849" y="3051"/>
                      <a:pt x="1836" y="3019"/>
                      <a:pt x="1797" y="3019"/>
                    </a:cubicBezTo>
                    <a:lnTo>
                      <a:pt x="1791" y="3019"/>
                    </a:lnTo>
                    <a:cubicBezTo>
                      <a:pt x="1784" y="3025"/>
                      <a:pt x="1784" y="3025"/>
                      <a:pt x="1784" y="3025"/>
                    </a:cubicBezTo>
                    <a:cubicBezTo>
                      <a:pt x="1803" y="3032"/>
                      <a:pt x="1816" y="3045"/>
                      <a:pt x="1829" y="3051"/>
                    </a:cubicBezTo>
                    <a:cubicBezTo>
                      <a:pt x="1849" y="3058"/>
                      <a:pt x="1868" y="3064"/>
                      <a:pt x="1868" y="3077"/>
                    </a:cubicBezTo>
                    <a:cubicBezTo>
                      <a:pt x="1868" y="3090"/>
                      <a:pt x="1868" y="3090"/>
                      <a:pt x="1868" y="3090"/>
                    </a:cubicBezTo>
                    <a:cubicBezTo>
                      <a:pt x="1862" y="3090"/>
                      <a:pt x="1862" y="3090"/>
                      <a:pt x="1862" y="3090"/>
                    </a:cubicBezTo>
                    <a:cubicBezTo>
                      <a:pt x="1849" y="3090"/>
                      <a:pt x="1842" y="3084"/>
                      <a:pt x="1836" y="3084"/>
                    </a:cubicBezTo>
                    <a:cubicBezTo>
                      <a:pt x="1816" y="3084"/>
                      <a:pt x="1810" y="3090"/>
                      <a:pt x="1791" y="3090"/>
                    </a:cubicBezTo>
                    <a:cubicBezTo>
                      <a:pt x="1778" y="3090"/>
                      <a:pt x="1771" y="3084"/>
                      <a:pt x="1758" y="3077"/>
                    </a:cubicBezTo>
                    <a:cubicBezTo>
                      <a:pt x="1745" y="3077"/>
                      <a:pt x="1745" y="3077"/>
                      <a:pt x="1745" y="3077"/>
                    </a:cubicBezTo>
                    <a:cubicBezTo>
                      <a:pt x="1745" y="3142"/>
                      <a:pt x="1745" y="3142"/>
                      <a:pt x="1745" y="3142"/>
                    </a:cubicBezTo>
                    <a:cubicBezTo>
                      <a:pt x="1745" y="3213"/>
                      <a:pt x="1681" y="3239"/>
                      <a:pt x="1661" y="3304"/>
                    </a:cubicBezTo>
                    <a:cubicBezTo>
                      <a:pt x="1681" y="3317"/>
                      <a:pt x="1706" y="3323"/>
                      <a:pt x="1706" y="3349"/>
                    </a:cubicBezTo>
                    <a:cubicBezTo>
                      <a:pt x="1706" y="3407"/>
                      <a:pt x="1706" y="3407"/>
                      <a:pt x="1706" y="3407"/>
                    </a:cubicBezTo>
                    <a:cubicBezTo>
                      <a:pt x="1706" y="3413"/>
                      <a:pt x="1713" y="3420"/>
                      <a:pt x="1713" y="3427"/>
                    </a:cubicBezTo>
                    <a:cubicBezTo>
                      <a:pt x="1713" y="3427"/>
                      <a:pt x="1713" y="3427"/>
                      <a:pt x="1706" y="3427"/>
                    </a:cubicBezTo>
                    <a:cubicBezTo>
                      <a:pt x="1681" y="3427"/>
                      <a:pt x="1681" y="3381"/>
                      <a:pt x="1648" y="3381"/>
                    </a:cubicBezTo>
                    <a:cubicBezTo>
                      <a:pt x="1635" y="3381"/>
                      <a:pt x="1635" y="3381"/>
                      <a:pt x="1635" y="3381"/>
                    </a:cubicBezTo>
                    <a:cubicBezTo>
                      <a:pt x="1635" y="3381"/>
                      <a:pt x="1635" y="3388"/>
                      <a:pt x="1635" y="3394"/>
                    </a:cubicBezTo>
                    <a:cubicBezTo>
                      <a:pt x="1635" y="3407"/>
                      <a:pt x="1648" y="3407"/>
                      <a:pt x="1661" y="3420"/>
                    </a:cubicBezTo>
                    <a:cubicBezTo>
                      <a:pt x="1674" y="3433"/>
                      <a:pt x="1681" y="3446"/>
                      <a:pt x="1700" y="3459"/>
                    </a:cubicBezTo>
                    <a:cubicBezTo>
                      <a:pt x="1719" y="3478"/>
                      <a:pt x="1700" y="3524"/>
                      <a:pt x="1726" y="3524"/>
                    </a:cubicBezTo>
                    <a:cubicBezTo>
                      <a:pt x="1739" y="3524"/>
                      <a:pt x="1745" y="3517"/>
                      <a:pt x="1758" y="3517"/>
                    </a:cubicBezTo>
                    <a:cubicBezTo>
                      <a:pt x="1778" y="3517"/>
                      <a:pt x="1784" y="3530"/>
                      <a:pt x="1803" y="3536"/>
                    </a:cubicBezTo>
                    <a:cubicBezTo>
                      <a:pt x="1816" y="3543"/>
                      <a:pt x="1836" y="3543"/>
                      <a:pt x="1836" y="3556"/>
                    </a:cubicBezTo>
                    <a:cubicBezTo>
                      <a:pt x="1836" y="3582"/>
                      <a:pt x="1823" y="3588"/>
                      <a:pt x="1823" y="3614"/>
                    </a:cubicBezTo>
                    <a:cubicBezTo>
                      <a:pt x="1823" y="3633"/>
                      <a:pt x="1829" y="3646"/>
                      <a:pt x="1829" y="3666"/>
                    </a:cubicBezTo>
                    <a:cubicBezTo>
                      <a:pt x="1849" y="3666"/>
                      <a:pt x="1849" y="3640"/>
                      <a:pt x="1868" y="3640"/>
                    </a:cubicBezTo>
                    <a:cubicBezTo>
                      <a:pt x="1881" y="3640"/>
                      <a:pt x="1887" y="3653"/>
                      <a:pt x="1901" y="3659"/>
                    </a:cubicBezTo>
                    <a:cubicBezTo>
                      <a:pt x="1933" y="3666"/>
                      <a:pt x="1946" y="3679"/>
                      <a:pt x="1978" y="3685"/>
                    </a:cubicBezTo>
                    <a:cubicBezTo>
                      <a:pt x="2010" y="3705"/>
                      <a:pt x="2049" y="3711"/>
                      <a:pt x="2049" y="3750"/>
                    </a:cubicBezTo>
                    <a:cubicBezTo>
                      <a:pt x="2049" y="3763"/>
                      <a:pt x="2049" y="3763"/>
                      <a:pt x="2049" y="3763"/>
                    </a:cubicBezTo>
                    <a:cubicBezTo>
                      <a:pt x="2043" y="3763"/>
                      <a:pt x="2043" y="3763"/>
                      <a:pt x="2043" y="3763"/>
                    </a:cubicBezTo>
                    <a:cubicBezTo>
                      <a:pt x="2023" y="3756"/>
                      <a:pt x="2023" y="3730"/>
                      <a:pt x="2004" y="3730"/>
                    </a:cubicBezTo>
                    <a:cubicBezTo>
                      <a:pt x="1978" y="3730"/>
                      <a:pt x="1965" y="3730"/>
                      <a:pt x="1946" y="3717"/>
                    </a:cubicBezTo>
                    <a:cubicBezTo>
                      <a:pt x="1926" y="3711"/>
                      <a:pt x="1920" y="3685"/>
                      <a:pt x="1887" y="3685"/>
                    </a:cubicBezTo>
                    <a:cubicBezTo>
                      <a:pt x="1875" y="3685"/>
                      <a:pt x="1875" y="3717"/>
                      <a:pt x="1855" y="3717"/>
                    </a:cubicBezTo>
                    <a:cubicBezTo>
                      <a:pt x="1816" y="3717"/>
                      <a:pt x="1797" y="3672"/>
                      <a:pt x="1797" y="3627"/>
                    </a:cubicBezTo>
                    <a:cubicBezTo>
                      <a:pt x="1797" y="3588"/>
                      <a:pt x="1797" y="3588"/>
                      <a:pt x="1797" y="3588"/>
                    </a:cubicBezTo>
                    <a:cubicBezTo>
                      <a:pt x="1797" y="3575"/>
                      <a:pt x="1797" y="3569"/>
                      <a:pt x="1803" y="3556"/>
                    </a:cubicBezTo>
                    <a:cubicBezTo>
                      <a:pt x="1778" y="3549"/>
                      <a:pt x="1765" y="3543"/>
                      <a:pt x="1739" y="3543"/>
                    </a:cubicBezTo>
                    <a:cubicBezTo>
                      <a:pt x="1732" y="3543"/>
                      <a:pt x="1732" y="3549"/>
                      <a:pt x="1719" y="3549"/>
                    </a:cubicBezTo>
                    <a:cubicBezTo>
                      <a:pt x="1706" y="3549"/>
                      <a:pt x="1706" y="3530"/>
                      <a:pt x="1694" y="3517"/>
                    </a:cubicBezTo>
                    <a:cubicBezTo>
                      <a:pt x="1687" y="3504"/>
                      <a:pt x="1674" y="3498"/>
                      <a:pt x="1655" y="3498"/>
                    </a:cubicBezTo>
                    <a:cubicBezTo>
                      <a:pt x="1642" y="3498"/>
                      <a:pt x="1635" y="3504"/>
                      <a:pt x="1622" y="3504"/>
                    </a:cubicBezTo>
                    <a:cubicBezTo>
                      <a:pt x="1584" y="3504"/>
                      <a:pt x="1584" y="3504"/>
                      <a:pt x="1584" y="3504"/>
                    </a:cubicBezTo>
                    <a:cubicBezTo>
                      <a:pt x="1577" y="3504"/>
                      <a:pt x="1571" y="3504"/>
                      <a:pt x="1571" y="3511"/>
                    </a:cubicBezTo>
                    <a:cubicBezTo>
                      <a:pt x="1571" y="3543"/>
                      <a:pt x="1571" y="3543"/>
                      <a:pt x="1571" y="3543"/>
                    </a:cubicBezTo>
                    <a:cubicBezTo>
                      <a:pt x="1571" y="3582"/>
                      <a:pt x="1545" y="3595"/>
                      <a:pt x="1538" y="3633"/>
                    </a:cubicBezTo>
                    <a:cubicBezTo>
                      <a:pt x="1558" y="3633"/>
                      <a:pt x="1577" y="3633"/>
                      <a:pt x="1590" y="3646"/>
                    </a:cubicBezTo>
                    <a:cubicBezTo>
                      <a:pt x="1610" y="3679"/>
                      <a:pt x="1603" y="3717"/>
                      <a:pt x="1635" y="3730"/>
                    </a:cubicBezTo>
                    <a:cubicBezTo>
                      <a:pt x="1655" y="3743"/>
                      <a:pt x="1661" y="3756"/>
                      <a:pt x="1674" y="3769"/>
                    </a:cubicBezTo>
                    <a:cubicBezTo>
                      <a:pt x="1687" y="3776"/>
                      <a:pt x="1700" y="3769"/>
                      <a:pt x="1713" y="3776"/>
                    </a:cubicBezTo>
                    <a:cubicBezTo>
                      <a:pt x="1719" y="3776"/>
                      <a:pt x="1719" y="3789"/>
                      <a:pt x="1726" y="3795"/>
                    </a:cubicBezTo>
                    <a:cubicBezTo>
                      <a:pt x="1732" y="3808"/>
                      <a:pt x="1745" y="3815"/>
                      <a:pt x="1745" y="3827"/>
                    </a:cubicBezTo>
                    <a:cubicBezTo>
                      <a:pt x="1719" y="3827"/>
                      <a:pt x="1706" y="3808"/>
                      <a:pt x="1681" y="3808"/>
                    </a:cubicBezTo>
                    <a:cubicBezTo>
                      <a:pt x="1648" y="3808"/>
                      <a:pt x="1648" y="3808"/>
                      <a:pt x="1648" y="3808"/>
                    </a:cubicBezTo>
                    <a:cubicBezTo>
                      <a:pt x="1610" y="3808"/>
                      <a:pt x="1590" y="3782"/>
                      <a:pt x="1571" y="3750"/>
                    </a:cubicBezTo>
                    <a:cubicBezTo>
                      <a:pt x="1545" y="3711"/>
                      <a:pt x="1519" y="3692"/>
                      <a:pt x="1480" y="3672"/>
                    </a:cubicBezTo>
                    <a:cubicBezTo>
                      <a:pt x="1403" y="3633"/>
                      <a:pt x="1370" y="3614"/>
                      <a:pt x="1299" y="3575"/>
                    </a:cubicBezTo>
                    <a:cubicBezTo>
                      <a:pt x="1299" y="3575"/>
                      <a:pt x="1299" y="3582"/>
                      <a:pt x="1299" y="3588"/>
                    </a:cubicBezTo>
                    <a:cubicBezTo>
                      <a:pt x="1299" y="3620"/>
                      <a:pt x="1299" y="3620"/>
                      <a:pt x="1299" y="3620"/>
                    </a:cubicBezTo>
                    <a:cubicBezTo>
                      <a:pt x="1299" y="3633"/>
                      <a:pt x="1306" y="3640"/>
                      <a:pt x="1306" y="3646"/>
                    </a:cubicBezTo>
                    <a:cubicBezTo>
                      <a:pt x="1306" y="3685"/>
                      <a:pt x="1286" y="3711"/>
                      <a:pt x="1254" y="3730"/>
                    </a:cubicBezTo>
                    <a:cubicBezTo>
                      <a:pt x="1228" y="3750"/>
                      <a:pt x="1208" y="3743"/>
                      <a:pt x="1183" y="3756"/>
                    </a:cubicBezTo>
                    <a:cubicBezTo>
                      <a:pt x="1183" y="3763"/>
                      <a:pt x="1183" y="3763"/>
                      <a:pt x="1183" y="3763"/>
                    </a:cubicBezTo>
                    <a:cubicBezTo>
                      <a:pt x="1189" y="3763"/>
                      <a:pt x="1196" y="3763"/>
                      <a:pt x="1202" y="3763"/>
                    </a:cubicBezTo>
                    <a:cubicBezTo>
                      <a:pt x="1228" y="3763"/>
                      <a:pt x="1267" y="3769"/>
                      <a:pt x="1267" y="3795"/>
                    </a:cubicBezTo>
                    <a:cubicBezTo>
                      <a:pt x="1267" y="3815"/>
                      <a:pt x="1254" y="3827"/>
                      <a:pt x="1234" y="3827"/>
                    </a:cubicBezTo>
                    <a:cubicBezTo>
                      <a:pt x="1189" y="3827"/>
                      <a:pt x="1163" y="3789"/>
                      <a:pt x="1137" y="3750"/>
                    </a:cubicBezTo>
                    <a:cubicBezTo>
                      <a:pt x="1170" y="3750"/>
                      <a:pt x="1189" y="3737"/>
                      <a:pt x="1215" y="3717"/>
                    </a:cubicBezTo>
                    <a:cubicBezTo>
                      <a:pt x="1234" y="3705"/>
                      <a:pt x="1254" y="3705"/>
                      <a:pt x="1254" y="3685"/>
                    </a:cubicBezTo>
                    <a:cubicBezTo>
                      <a:pt x="1254" y="3666"/>
                      <a:pt x="1247" y="3659"/>
                      <a:pt x="1247" y="3646"/>
                    </a:cubicBezTo>
                    <a:cubicBezTo>
                      <a:pt x="1241" y="3633"/>
                      <a:pt x="1241" y="3620"/>
                      <a:pt x="1234" y="3620"/>
                    </a:cubicBezTo>
                    <a:cubicBezTo>
                      <a:pt x="1202" y="3620"/>
                      <a:pt x="1202" y="3620"/>
                      <a:pt x="1202" y="3620"/>
                    </a:cubicBezTo>
                    <a:cubicBezTo>
                      <a:pt x="1176" y="3620"/>
                      <a:pt x="1150" y="3614"/>
                      <a:pt x="1137" y="3595"/>
                    </a:cubicBezTo>
                    <a:cubicBezTo>
                      <a:pt x="1124" y="3582"/>
                      <a:pt x="1124" y="3569"/>
                      <a:pt x="1111" y="3569"/>
                    </a:cubicBezTo>
                    <a:cubicBezTo>
                      <a:pt x="1086" y="3569"/>
                      <a:pt x="1079" y="3588"/>
                      <a:pt x="1053" y="3588"/>
                    </a:cubicBezTo>
                    <a:cubicBezTo>
                      <a:pt x="1047" y="3588"/>
                      <a:pt x="1047" y="3575"/>
                      <a:pt x="1040" y="3575"/>
                    </a:cubicBezTo>
                    <a:cubicBezTo>
                      <a:pt x="1008" y="3549"/>
                      <a:pt x="1001" y="3530"/>
                      <a:pt x="989" y="3491"/>
                    </a:cubicBezTo>
                    <a:cubicBezTo>
                      <a:pt x="982" y="3472"/>
                      <a:pt x="989" y="3446"/>
                      <a:pt x="969" y="3446"/>
                    </a:cubicBezTo>
                    <a:cubicBezTo>
                      <a:pt x="937" y="3446"/>
                      <a:pt x="930" y="3485"/>
                      <a:pt x="904" y="3485"/>
                    </a:cubicBezTo>
                    <a:cubicBezTo>
                      <a:pt x="853" y="3485"/>
                      <a:pt x="853" y="3420"/>
                      <a:pt x="827" y="3375"/>
                    </a:cubicBezTo>
                    <a:cubicBezTo>
                      <a:pt x="820" y="3433"/>
                      <a:pt x="814" y="3459"/>
                      <a:pt x="801" y="3517"/>
                    </a:cubicBezTo>
                    <a:cubicBezTo>
                      <a:pt x="782" y="3498"/>
                      <a:pt x="775" y="3465"/>
                      <a:pt x="749" y="3465"/>
                    </a:cubicBezTo>
                    <a:cubicBezTo>
                      <a:pt x="730" y="3465"/>
                      <a:pt x="730" y="3465"/>
                      <a:pt x="730" y="3465"/>
                    </a:cubicBezTo>
                    <a:cubicBezTo>
                      <a:pt x="736" y="3478"/>
                      <a:pt x="743" y="3485"/>
                      <a:pt x="743" y="3504"/>
                    </a:cubicBezTo>
                    <a:cubicBezTo>
                      <a:pt x="743" y="3517"/>
                      <a:pt x="743" y="3524"/>
                      <a:pt x="736" y="3536"/>
                    </a:cubicBezTo>
                    <a:cubicBezTo>
                      <a:pt x="723" y="3530"/>
                      <a:pt x="723" y="3511"/>
                      <a:pt x="711" y="3498"/>
                    </a:cubicBezTo>
                    <a:cubicBezTo>
                      <a:pt x="697" y="3491"/>
                      <a:pt x="691" y="3491"/>
                      <a:pt x="672" y="3491"/>
                    </a:cubicBezTo>
                    <a:cubicBezTo>
                      <a:pt x="672" y="3478"/>
                      <a:pt x="672" y="3459"/>
                      <a:pt x="659" y="3459"/>
                    </a:cubicBezTo>
                    <a:cubicBezTo>
                      <a:pt x="639" y="3459"/>
                      <a:pt x="639" y="3485"/>
                      <a:pt x="613" y="3485"/>
                    </a:cubicBezTo>
                    <a:cubicBezTo>
                      <a:pt x="601" y="3485"/>
                      <a:pt x="594" y="3472"/>
                      <a:pt x="581" y="3472"/>
                    </a:cubicBezTo>
                    <a:cubicBezTo>
                      <a:pt x="549" y="3472"/>
                      <a:pt x="529" y="3485"/>
                      <a:pt x="491" y="3485"/>
                    </a:cubicBezTo>
                    <a:cubicBezTo>
                      <a:pt x="453" y="3485"/>
                      <a:pt x="421" y="3498"/>
                      <a:pt x="388" y="3472"/>
                    </a:cubicBezTo>
                    <a:cubicBezTo>
                      <a:pt x="362" y="3452"/>
                      <a:pt x="356" y="3427"/>
                      <a:pt x="330" y="3407"/>
                    </a:cubicBezTo>
                    <a:cubicBezTo>
                      <a:pt x="317" y="3388"/>
                      <a:pt x="298" y="3381"/>
                      <a:pt x="285" y="3362"/>
                    </a:cubicBezTo>
                    <a:lnTo>
                      <a:pt x="278" y="3362"/>
                    </a:lnTo>
                    <a:cubicBezTo>
                      <a:pt x="239" y="3362"/>
                      <a:pt x="226" y="3336"/>
                      <a:pt x="201" y="3310"/>
                    </a:cubicBezTo>
                    <a:cubicBezTo>
                      <a:pt x="188" y="3297"/>
                      <a:pt x="168" y="3297"/>
                      <a:pt x="155" y="3278"/>
                    </a:cubicBezTo>
                    <a:cubicBezTo>
                      <a:pt x="117" y="3252"/>
                      <a:pt x="103" y="3220"/>
                      <a:pt x="103" y="3174"/>
                    </a:cubicBezTo>
                    <a:cubicBezTo>
                      <a:pt x="91" y="3174"/>
                      <a:pt x="84" y="3168"/>
                      <a:pt x="71" y="3168"/>
                    </a:cubicBezTo>
                    <a:lnTo>
                      <a:pt x="71" y="3168"/>
                    </a:lnTo>
                    <a:cubicBezTo>
                      <a:pt x="52" y="3207"/>
                      <a:pt x="7" y="3213"/>
                      <a:pt x="7" y="3252"/>
                    </a:cubicBezTo>
                    <a:cubicBezTo>
                      <a:pt x="7" y="3278"/>
                      <a:pt x="0" y="3304"/>
                      <a:pt x="19" y="3323"/>
                    </a:cubicBezTo>
                    <a:cubicBezTo>
                      <a:pt x="58" y="3362"/>
                      <a:pt x="149" y="3323"/>
                      <a:pt x="149" y="3375"/>
                    </a:cubicBezTo>
                    <a:cubicBezTo>
                      <a:pt x="149" y="3420"/>
                      <a:pt x="129" y="3439"/>
                      <a:pt x="129" y="3485"/>
                    </a:cubicBezTo>
                    <a:cubicBezTo>
                      <a:pt x="129" y="3575"/>
                      <a:pt x="194" y="3614"/>
                      <a:pt x="272" y="3672"/>
                    </a:cubicBezTo>
                    <a:cubicBezTo>
                      <a:pt x="291" y="3685"/>
                      <a:pt x="291" y="3711"/>
                      <a:pt x="310" y="3730"/>
                    </a:cubicBezTo>
                    <a:cubicBezTo>
                      <a:pt x="336" y="3756"/>
                      <a:pt x="362" y="3750"/>
                      <a:pt x="395" y="3769"/>
                    </a:cubicBezTo>
                    <a:cubicBezTo>
                      <a:pt x="427" y="3789"/>
                      <a:pt x="427" y="3827"/>
                      <a:pt x="446" y="3860"/>
                    </a:cubicBezTo>
                    <a:cubicBezTo>
                      <a:pt x="472" y="3899"/>
                      <a:pt x="504" y="3905"/>
                      <a:pt x="542" y="3931"/>
                    </a:cubicBezTo>
                    <a:cubicBezTo>
                      <a:pt x="594" y="3957"/>
                      <a:pt x="613" y="3983"/>
                      <a:pt x="665" y="4008"/>
                    </a:cubicBezTo>
                    <a:cubicBezTo>
                      <a:pt x="717" y="4034"/>
                      <a:pt x="736" y="4080"/>
                      <a:pt x="769" y="4131"/>
                    </a:cubicBezTo>
                    <a:cubicBezTo>
                      <a:pt x="782" y="4157"/>
                      <a:pt x="788" y="4196"/>
                      <a:pt x="820" y="4196"/>
                    </a:cubicBezTo>
                    <a:cubicBezTo>
                      <a:pt x="840" y="4196"/>
                      <a:pt x="853" y="4183"/>
                      <a:pt x="872" y="4183"/>
                    </a:cubicBezTo>
                    <a:cubicBezTo>
                      <a:pt x="917" y="4183"/>
                      <a:pt x="917" y="4235"/>
                      <a:pt x="937" y="4274"/>
                    </a:cubicBezTo>
                    <a:cubicBezTo>
                      <a:pt x="969" y="4332"/>
                      <a:pt x="1015" y="4358"/>
                      <a:pt x="1079" y="4358"/>
                    </a:cubicBezTo>
                    <a:cubicBezTo>
                      <a:pt x="1111" y="4358"/>
                      <a:pt x="1124" y="4319"/>
                      <a:pt x="1157" y="4319"/>
                    </a:cubicBezTo>
                    <a:cubicBezTo>
                      <a:pt x="1176" y="4319"/>
                      <a:pt x="1183" y="4338"/>
                      <a:pt x="1202" y="4338"/>
                    </a:cubicBezTo>
                    <a:cubicBezTo>
                      <a:pt x="1234" y="4338"/>
                      <a:pt x="1241" y="4312"/>
                      <a:pt x="1273" y="4312"/>
                    </a:cubicBezTo>
                    <a:cubicBezTo>
                      <a:pt x="1318" y="4312"/>
                      <a:pt x="1318" y="4312"/>
                      <a:pt x="1318" y="4312"/>
                    </a:cubicBezTo>
                    <a:cubicBezTo>
                      <a:pt x="1344" y="4293"/>
                      <a:pt x="1338" y="4267"/>
                      <a:pt x="1357" y="4235"/>
                    </a:cubicBezTo>
                    <a:cubicBezTo>
                      <a:pt x="1383" y="4196"/>
                      <a:pt x="1415" y="4170"/>
                      <a:pt x="1461" y="4170"/>
                    </a:cubicBezTo>
                    <a:cubicBezTo>
                      <a:pt x="1480" y="4170"/>
                      <a:pt x="1487" y="4177"/>
                      <a:pt x="1506" y="4177"/>
                    </a:cubicBezTo>
                    <a:cubicBezTo>
                      <a:pt x="1590" y="4177"/>
                      <a:pt x="1635" y="4144"/>
                      <a:pt x="1719" y="4138"/>
                    </a:cubicBezTo>
                    <a:cubicBezTo>
                      <a:pt x="1752" y="4125"/>
                      <a:pt x="1765" y="4119"/>
                      <a:pt x="1791" y="4105"/>
                    </a:cubicBezTo>
                    <a:cubicBezTo>
                      <a:pt x="1836" y="4164"/>
                      <a:pt x="1887" y="4196"/>
                      <a:pt x="1965" y="4196"/>
                    </a:cubicBezTo>
                    <a:cubicBezTo>
                      <a:pt x="2004" y="4196"/>
                      <a:pt x="2017" y="4164"/>
                      <a:pt x="2056" y="4164"/>
                    </a:cubicBezTo>
                    <a:cubicBezTo>
                      <a:pt x="2101" y="4164"/>
                      <a:pt x="2107" y="4222"/>
                      <a:pt x="2153" y="4222"/>
                    </a:cubicBezTo>
                    <a:cubicBezTo>
                      <a:pt x="2205" y="4222"/>
                      <a:pt x="2211" y="4144"/>
                      <a:pt x="2263" y="4144"/>
                    </a:cubicBezTo>
                    <a:cubicBezTo>
                      <a:pt x="2327" y="4144"/>
                      <a:pt x="2353" y="4203"/>
                      <a:pt x="2418" y="4203"/>
                    </a:cubicBezTo>
                    <a:cubicBezTo>
                      <a:pt x="2463" y="4203"/>
                      <a:pt x="2463" y="4151"/>
                      <a:pt x="2496" y="4119"/>
                    </a:cubicBezTo>
                    <a:cubicBezTo>
                      <a:pt x="2554" y="4073"/>
                      <a:pt x="2599" y="4060"/>
                      <a:pt x="2670" y="4060"/>
                    </a:cubicBezTo>
                    <a:cubicBezTo>
                      <a:pt x="2741" y="4060"/>
                      <a:pt x="2761" y="3983"/>
                      <a:pt x="2786" y="3918"/>
                    </a:cubicBezTo>
                    <a:cubicBezTo>
                      <a:pt x="2800" y="3886"/>
                      <a:pt x="2838" y="3873"/>
                      <a:pt x="2838" y="3834"/>
                    </a:cubicBezTo>
                    <a:cubicBezTo>
                      <a:pt x="2838" y="3821"/>
                      <a:pt x="2838" y="3815"/>
                      <a:pt x="2838" y="3801"/>
                    </a:cubicBezTo>
                    <a:cubicBezTo>
                      <a:pt x="2838" y="3750"/>
                      <a:pt x="2858" y="3705"/>
                      <a:pt x="2903" y="3679"/>
                    </a:cubicBezTo>
                    <a:cubicBezTo>
                      <a:pt x="2942" y="3653"/>
                      <a:pt x="2981" y="3659"/>
                      <a:pt x="3026" y="3646"/>
                    </a:cubicBezTo>
                    <a:cubicBezTo>
                      <a:pt x="3065" y="3627"/>
                      <a:pt x="3084" y="3588"/>
                      <a:pt x="3123" y="3588"/>
                    </a:cubicBezTo>
                    <a:cubicBezTo>
                      <a:pt x="3226" y="3588"/>
                      <a:pt x="3284" y="3620"/>
                      <a:pt x="3381" y="3620"/>
                    </a:cubicBezTo>
                    <a:cubicBezTo>
                      <a:pt x="3407" y="3620"/>
                      <a:pt x="3414" y="3601"/>
                      <a:pt x="3440" y="3601"/>
                    </a:cubicBezTo>
                    <a:cubicBezTo>
                      <a:pt x="3466" y="3601"/>
                      <a:pt x="3479" y="3627"/>
                      <a:pt x="3511" y="3627"/>
                    </a:cubicBezTo>
                    <a:cubicBezTo>
                      <a:pt x="3543" y="3627"/>
                      <a:pt x="3550" y="3575"/>
                      <a:pt x="3588" y="3575"/>
                    </a:cubicBezTo>
                    <a:cubicBezTo>
                      <a:pt x="3608" y="3575"/>
                      <a:pt x="3614" y="3588"/>
                      <a:pt x="3634" y="3588"/>
                    </a:cubicBezTo>
                    <a:cubicBezTo>
                      <a:pt x="3679" y="3588"/>
                      <a:pt x="3698" y="3582"/>
                      <a:pt x="3744" y="3588"/>
                    </a:cubicBezTo>
                    <a:cubicBezTo>
                      <a:pt x="3744" y="3601"/>
                      <a:pt x="3744" y="3608"/>
                      <a:pt x="3744" y="3620"/>
                    </a:cubicBezTo>
                    <a:cubicBezTo>
                      <a:pt x="3744" y="3679"/>
                      <a:pt x="3724" y="3705"/>
                      <a:pt x="3711" y="3763"/>
                    </a:cubicBezTo>
                    <a:cubicBezTo>
                      <a:pt x="3731" y="3756"/>
                      <a:pt x="3744" y="3743"/>
                      <a:pt x="3763" y="3743"/>
                    </a:cubicBezTo>
                    <a:cubicBezTo>
                      <a:pt x="3802" y="3743"/>
                      <a:pt x="3795" y="3808"/>
                      <a:pt x="3834" y="3808"/>
                    </a:cubicBezTo>
                    <a:cubicBezTo>
                      <a:pt x="3860" y="3808"/>
                      <a:pt x="3873" y="3801"/>
                      <a:pt x="3899" y="3801"/>
                    </a:cubicBezTo>
                    <a:cubicBezTo>
                      <a:pt x="3957" y="3801"/>
                      <a:pt x="3990" y="3815"/>
                      <a:pt x="4035" y="3847"/>
                    </a:cubicBezTo>
                    <a:cubicBezTo>
                      <a:pt x="4061" y="3860"/>
                      <a:pt x="4074" y="3886"/>
                      <a:pt x="4106" y="3886"/>
                    </a:cubicBezTo>
                    <a:cubicBezTo>
                      <a:pt x="4138" y="3886"/>
                      <a:pt x="4158" y="3860"/>
                      <a:pt x="4190" y="3860"/>
                    </a:cubicBezTo>
                    <a:cubicBezTo>
                      <a:pt x="4222" y="3860"/>
                      <a:pt x="4235" y="3886"/>
                      <a:pt x="4255" y="3905"/>
                    </a:cubicBezTo>
                    <a:cubicBezTo>
                      <a:pt x="4293" y="3937"/>
                      <a:pt x="4306" y="3957"/>
                      <a:pt x="4332" y="3996"/>
                    </a:cubicBezTo>
                    <a:cubicBezTo>
                      <a:pt x="4358" y="3970"/>
                      <a:pt x="4358" y="3931"/>
                      <a:pt x="4390" y="3918"/>
                    </a:cubicBezTo>
                    <a:cubicBezTo>
                      <a:pt x="4436" y="3912"/>
                      <a:pt x="4474" y="3924"/>
                      <a:pt x="4513" y="3892"/>
                    </a:cubicBezTo>
                    <a:cubicBezTo>
                      <a:pt x="4533" y="3879"/>
                      <a:pt x="4520" y="3847"/>
                      <a:pt x="4533" y="3827"/>
                    </a:cubicBezTo>
                    <a:cubicBezTo>
                      <a:pt x="4552" y="3795"/>
                      <a:pt x="4585" y="3801"/>
                      <a:pt x="4617" y="3789"/>
                    </a:cubicBezTo>
                    <a:cubicBezTo>
                      <a:pt x="4636" y="3776"/>
                      <a:pt x="4636" y="3756"/>
                      <a:pt x="4656" y="3750"/>
                    </a:cubicBezTo>
                    <a:cubicBezTo>
                      <a:pt x="4740" y="3730"/>
                      <a:pt x="4785" y="3717"/>
                      <a:pt x="4869" y="3717"/>
                    </a:cubicBezTo>
                    <a:cubicBezTo>
                      <a:pt x="4901" y="3717"/>
                      <a:pt x="4908" y="3756"/>
                      <a:pt x="4927" y="3769"/>
                    </a:cubicBezTo>
                    <a:cubicBezTo>
                      <a:pt x="4940" y="3717"/>
                      <a:pt x="5011" y="3743"/>
                      <a:pt x="5063" y="3717"/>
                    </a:cubicBezTo>
                    <a:cubicBezTo>
                      <a:pt x="5089" y="3711"/>
                      <a:pt x="5095" y="3672"/>
                      <a:pt x="5128" y="3672"/>
                    </a:cubicBezTo>
                    <a:cubicBezTo>
                      <a:pt x="5180" y="3672"/>
                      <a:pt x="5212" y="3692"/>
                      <a:pt x="5257" y="3717"/>
                    </a:cubicBezTo>
                    <a:cubicBezTo>
                      <a:pt x="5270" y="3730"/>
                      <a:pt x="5270" y="3743"/>
                      <a:pt x="5289" y="3743"/>
                    </a:cubicBezTo>
                    <a:cubicBezTo>
                      <a:pt x="5309" y="3743"/>
                      <a:pt x="5315" y="3724"/>
                      <a:pt x="5335" y="3711"/>
                    </a:cubicBezTo>
                    <a:cubicBezTo>
                      <a:pt x="5348" y="3698"/>
                      <a:pt x="5373" y="3698"/>
                      <a:pt x="5373" y="3679"/>
                    </a:cubicBezTo>
                    <a:cubicBezTo>
                      <a:pt x="5373" y="3659"/>
                      <a:pt x="5361" y="3653"/>
                      <a:pt x="5361" y="3627"/>
                    </a:cubicBezTo>
                    <a:cubicBezTo>
                      <a:pt x="5361" y="3595"/>
                      <a:pt x="5406" y="3595"/>
                      <a:pt x="5425" y="3569"/>
                    </a:cubicBezTo>
                    <a:cubicBezTo>
                      <a:pt x="5445" y="3536"/>
                      <a:pt x="5451" y="3511"/>
                      <a:pt x="5451" y="3472"/>
                    </a:cubicBezTo>
                    <a:cubicBezTo>
                      <a:pt x="5451" y="3388"/>
                      <a:pt x="5451" y="3388"/>
                      <a:pt x="5451" y="3388"/>
                    </a:cubicBezTo>
                    <a:cubicBezTo>
                      <a:pt x="5451" y="3355"/>
                      <a:pt x="5445" y="3329"/>
                      <a:pt x="5464" y="3310"/>
                    </a:cubicBezTo>
                    <a:cubicBezTo>
                      <a:pt x="5496" y="3284"/>
                      <a:pt x="5529" y="3310"/>
                      <a:pt x="5561" y="3297"/>
                    </a:cubicBezTo>
                    <a:cubicBezTo>
                      <a:pt x="5613" y="3278"/>
                      <a:pt x="5639" y="3239"/>
                      <a:pt x="5639" y="3181"/>
                    </a:cubicBezTo>
                    <a:cubicBezTo>
                      <a:pt x="5639" y="3116"/>
                      <a:pt x="5535" y="3123"/>
                      <a:pt x="5535" y="3058"/>
                    </a:cubicBezTo>
                    <a:cubicBezTo>
                      <a:pt x="5535" y="3013"/>
                      <a:pt x="5542" y="2993"/>
                      <a:pt x="5548" y="2948"/>
                    </a:cubicBezTo>
                    <a:cubicBezTo>
                      <a:pt x="5548" y="2922"/>
                      <a:pt x="5542" y="2890"/>
                      <a:pt x="5561" y="2890"/>
                    </a:cubicBezTo>
                    <a:cubicBezTo>
                      <a:pt x="5574" y="2890"/>
                      <a:pt x="5580" y="2896"/>
                      <a:pt x="5593" y="2896"/>
                    </a:cubicBezTo>
                    <a:cubicBezTo>
                      <a:pt x="5652" y="2896"/>
                      <a:pt x="5677" y="2877"/>
                      <a:pt x="5736" y="2864"/>
                    </a:cubicBezTo>
                    <a:cubicBezTo>
                      <a:pt x="5710" y="2819"/>
                      <a:pt x="5697" y="2793"/>
                      <a:pt x="5697" y="2748"/>
                    </a:cubicBezTo>
                    <a:cubicBezTo>
                      <a:pt x="5736" y="2748"/>
                      <a:pt x="5755" y="2748"/>
                      <a:pt x="5787" y="2748"/>
                    </a:cubicBezTo>
                    <a:cubicBezTo>
                      <a:pt x="5800" y="2748"/>
                      <a:pt x="5807" y="2748"/>
                      <a:pt x="5820" y="2754"/>
                    </a:cubicBezTo>
                    <a:cubicBezTo>
                      <a:pt x="5826" y="2741"/>
                      <a:pt x="5826" y="2728"/>
                      <a:pt x="5826" y="2709"/>
                    </a:cubicBezTo>
                    <a:cubicBezTo>
                      <a:pt x="5833" y="2709"/>
                      <a:pt x="5839" y="2702"/>
                      <a:pt x="5845" y="2702"/>
                    </a:cubicBezTo>
                    <a:cubicBezTo>
                      <a:pt x="5865" y="2709"/>
                      <a:pt x="5865" y="2709"/>
                      <a:pt x="5865" y="2709"/>
                    </a:cubicBezTo>
                    <a:cubicBezTo>
                      <a:pt x="5891" y="2709"/>
                      <a:pt x="5891" y="2709"/>
                      <a:pt x="5891" y="2709"/>
                    </a:cubicBezTo>
                    <a:cubicBezTo>
                      <a:pt x="5891" y="2689"/>
                      <a:pt x="5878" y="2676"/>
                      <a:pt x="5891" y="2657"/>
                    </a:cubicBezTo>
                    <a:cubicBezTo>
                      <a:pt x="5904" y="2637"/>
                      <a:pt x="5923" y="2644"/>
                      <a:pt x="5949" y="2637"/>
                    </a:cubicBezTo>
                    <a:cubicBezTo>
                      <a:pt x="5994" y="2625"/>
                      <a:pt x="6040" y="2605"/>
                      <a:pt x="6040" y="2553"/>
                    </a:cubicBezTo>
                    <a:cubicBezTo>
                      <a:pt x="5994" y="2553"/>
                      <a:pt x="5988" y="2508"/>
                      <a:pt x="5943" y="2489"/>
                    </a:cubicBezTo>
                    <a:cubicBezTo>
                      <a:pt x="5917" y="2495"/>
                      <a:pt x="5917" y="2495"/>
                      <a:pt x="5917" y="2495"/>
                    </a:cubicBezTo>
                    <a:cubicBezTo>
                      <a:pt x="5897" y="2489"/>
                      <a:pt x="5871" y="2482"/>
                      <a:pt x="5871" y="2464"/>
                    </a:cubicBezTo>
                    <a:cubicBezTo>
                      <a:pt x="5871" y="2432"/>
                      <a:pt x="5865" y="2412"/>
                      <a:pt x="5884" y="2386"/>
                    </a:cubicBezTo>
                    <a:cubicBezTo>
                      <a:pt x="5897" y="2367"/>
                      <a:pt x="5930" y="2360"/>
                      <a:pt x="5930" y="2328"/>
                    </a:cubicBezTo>
                    <a:cubicBezTo>
                      <a:pt x="5930" y="2302"/>
                      <a:pt x="5884" y="2309"/>
                      <a:pt x="5884" y="2283"/>
                    </a:cubicBezTo>
                    <a:cubicBezTo>
                      <a:pt x="5884" y="2231"/>
                      <a:pt x="5930" y="2205"/>
                      <a:pt x="5930" y="2154"/>
                    </a:cubicBezTo>
                    <a:cubicBezTo>
                      <a:pt x="5943" y="2154"/>
                      <a:pt x="5956" y="2154"/>
                      <a:pt x="5968" y="2154"/>
                    </a:cubicBezTo>
                    <a:cubicBezTo>
                      <a:pt x="5988" y="2154"/>
                      <a:pt x="6007" y="2141"/>
                      <a:pt x="6027" y="2121"/>
                    </a:cubicBezTo>
                    <a:cubicBezTo>
                      <a:pt x="6065" y="2102"/>
                      <a:pt x="6072" y="2069"/>
                      <a:pt x="6091" y="2031"/>
                    </a:cubicBezTo>
                    <a:cubicBezTo>
                      <a:pt x="6104" y="2069"/>
                      <a:pt x="6104" y="2115"/>
                      <a:pt x="6143" y="2115"/>
                    </a:cubicBezTo>
                    <a:cubicBezTo>
                      <a:pt x="6188" y="2115"/>
                      <a:pt x="6195" y="2076"/>
                      <a:pt x="6227" y="2057"/>
                    </a:cubicBezTo>
                    <a:cubicBezTo>
                      <a:pt x="6292" y="2018"/>
                      <a:pt x="6318" y="1985"/>
                      <a:pt x="6370" y="1940"/>
                    </a:cubicBezTo>
                    <a:cubicBezTo>
                      <a:pt x="6337" y="1927"/>
                      <a:pt x="6324" y="1895"/>
                      <a:pt x="6324" y="1856"/>
                    </a:cubicBezTo>
                    <a:cubicBezTo>
                      <a:pt x="6324" y="1785"/>
                      <a:pt x="6382" y="1759"/>
                      <a:pt x="6382" y="1688"/>
                    </a:cubicBezTo>
                    <a:cubicBezTo>
                      <a:pt x="6382" y="1630"/>
                      <a:pt x="6382" y="1630"/>
                      <a:pt x="6382" y="1630"/>
                    </a:cubicBezTo>
                    <a:cubicBezTo>
                      <a:pt x="6408" y="1630"/>
                      <a:pt x="6408" y="1630"/>
                      <a:pt x="6408" y="1630"/>
                    </a:cubicBezTo>
                    <a:cubicBezTo>
                      <a:pt x="6428" y="1636"/>
                      <a:pt x="6428" y="1636"/>
                      <a:pt x="6428" y="1636"/>
                    </a:cubicBezTo>
                    <a:cubicBezTo>
                      <a:pt x="6440" y="1636"/>
                      <a:pt x="6440" y="1636"/>
                      <a:pt x="6440" y="1636"/>
                    </a:cubicBezTo>
                    <a:cubicBezTo>
                      <a:pt x="6440" y="1630"/>
                      <a:pt x="6447" y="1623"/>
                      <a:pt x="6447" y="1617"/>
                    </a:cubicBezTo>
                    <a:cubicBezTo>
                      <a:pt x="6447" y="1500"/>
                      <a:pt x="6389" y="1442"/>
                      <a:pt x="6389" y="1319"/>
                    </a:cubicBezTo>
                    <a:cubicBezTo>
                      <a:pt x="6389" y="1261"/>
                      <a:pt x="6402" y="1229"/>
                      <a:pt x="6421" y="1171"/>
                    </a:cubicBezTo>
                    <a:cubicBezTo>
                      <a:pt x="6395" y="1158"/>
                      <a:pt x="6370" y="1151"/>
                      <a:pt x="6370" y="1125"/>
                    </a:cubicBezTo>
                    <a:cubicBezTo>
                      <a:pt x="6370" y="1093"/>
                      <a:pt x="6447" y="1112"/>
                      <a:pt x="6447" y="1074"/>
                    </a:cubicBezTo>
                    <a:cubicBezTo>
                      <a:pt x="6447" y="1015"/>
                      <a:pt x="6447" y="1015"/>
                      <a:pt x="6447" y="1015"/>
                    </a:cubicBezTo>
                    <a:cubicBezTo>
                      <a:pt x="6447" y="977"/>
                      <a:pt x="6473" y="957"/>
                      <a:pt x="6479" y="918"/>
                    </a:cubicBezTo>
                    <a:cubicBezTo>
                      <a:pt x="6479" y="912"/>
                      <a:pt x="6479" y="905"/>
                      <a:pt x="6479" y="899"/>
                    </a:cubicBezTo>
                    <a:lnTo>
                      <a:pt x="6479" y="899"/>
                    </a:lnTo>
                    <a:cubicBezTo>
                      <a:pt x="6454" y="879"/>
                      <a:pt x="6454" y="867"/>
                      <a:pt x="6434" y="841"/>
                    </a:cubicBezTo>
                    <a:cubicBezTo>
                      <a:pt x="6428" y="834"/>
                      <a:pt x="6421" y="828"/>
                      <a:pt x="6421" y="821"/>
                    </a:cubicBezTo>
                    <a:cubicBezTo>
                      <a:pt x="6421" y="802"/>
                      <a:pt x="6428" y="789"/>
                      <a:pt x="6440" y="776"/>
                    </a:cubicBezTo>
                    <a:cubicBezTo>
                      <a:pt x="6447" y="757"/>
                      <a:pt x="6454" y="744"/>
                      <a:pt x="6454" y="724"/>
                    </a:cubicBezTo>
                    <a:cubicBezTo>
                      <a:pt x="6460" y="718"/>
                      <a:pt x="6466" y="711"/>
                      <a:pt x="6466" y="698"/>
                    </a:cubicBezTo>
                    <a:cubicBezTo>
                      <a:pt x="6466" y="679"/>
                      <a:pt x="6466" y="653"/>
                      <a:pt x="6447" y="647"/>
                    </a:cubicBezTo>
                    <a:cubicBezTo>
                      <a:pt x="6421" y="634"/>
                      <a:pt x="6395" y="627"/>
                      <a:pt x="6382" y="595"/>
                    </a:cubicBezTo>
                    <a:cubicBezTo>
                      <a:pt x="6370" y="563"/>
                      <a:pt x="6382" y="537"/>
                      <a:pt x="6376" y="505"/>
                    </a:cubicBezTo>
                    <a:cubicBezTo>
                      <a:pt x="6376" y="485"/>
                      <a:pt x="6363" y="472"/>
                      <a:pt x="6363" y="453"/>
                    </a:cubicBezTo>
                    <a:cubicBezTo>
                      <a:pt x="6363" y="395"/>
                      <a:pt x="6402" y="362"/>
                      <a:pt x="6408" y="304"/>
                    </a:cubicBezTo>
                    <a:cubicBezTo>
                      <a:pt x="6408" y="285"/>
                      <a:pt x="6402" y="265"/>
                      <a:pt x="6415" y="246"/>
                    </a:cubicBezTo>
                    <a:cubicBezTo>
                      <a:pt x="6421" y="226"/>
                      <a:pt x="6434" y="213"/>
                      <a:pt x="6447" y="188"/>
                    </a:cubicBezTo>
                    <a:cubicBezTo>
                      <a:pt x="6454" y="175"/>
                      <a:pt x="6460" y="168"/>
                      <a:pt x="6460" y="155"/>
                    </a:cubicBezTo>
                    <a:cubicBezTo>
                      <a:pt x="6460" y="116"/>
                      <a:pt x="6440" y="97"/>
                      <a:pt x="6428" y="65"/>
                    </a:cubicBezTo>
                    <a:cubicBezTo>
                      <a:pt x="6415" y="39"/>
                      <a:pt x="6408" y="26"/>
                      <a:pt x="6395" y="7"/>
                    </a:cubicBezTo>
                    <a:cubicBezTo>
                      <a:pt x="6298" y="19"/>
                      <a:pt x="6298" y="19"/>
                      <a:pt x="6298" y="19"/>
                    </a:cubicBezTo>
                    <a:cubicBezTo>
                      <a:pt x="6279" y="19"/>
                      <a:pt x="6259" y="13"/>
                      <a:pt x="6240" y="0"/>
                    </a:cubicBezTo>
                    <a:close/>
                    <a:moveTo>
                      <a:pt x="1849" y="2354"/>
                    </a:moveTo>
                    <a:lnTo>
                      <a:pt x="1849" y="2354"/>
                    </a:lnTo>
                    <a:cubicBezTo>
                      <a:pt x="1855" y="2341"/>
                      <a:pt x="1868" y="2341"/>
                      <a:pt x="1875" y="2328"/>
                    </a:cubicBezTo>
                    <a:cubicBezTo>
                      <a:pt x="1881" y="2322"/>
                      <a:pt x="1887" y="2315"/>
                      <a:pt x="1894" y="2309"/>
                    </a:cubicBezTo>
                    <a:cubicBezTo>
                      <a:pt x="1907" y="2309"/>
                      <a:pt x="1901" y="2328"/>
                      <a:pt x="1907" y="2335"/>
                    </a:cubicBezTo>
                    <a:cubicBezTo>
                      <a:pt x="1926" y="2360"/>
                      <a:pt x="1946" y="2380"/>
                      <a:pt x="1946" y="2412"/>
                    </a:cubicBezTo>
                    <a:cubicBezTo>
                      <a:pt x="1946" y="2457"/>
                      <a:pt x="1946" y="2457"/>
                      <a:pt x="1946" y="2457"/>
                    </a:cubicBezTo>
                    <a:cubicBezTo>
                      <a:pt x="1946" y="2489"/>
                      <a:pt x="1926" y="2508"/>
                      <a:pt x="1926" y="2547"/>
                    </a:cubicBezTo>
                    <a:cubicBezTo>
                      <a:pt x="1926" y="2586"/>
                      <a:pt x="1939" y="2612"/>
                      <a:pt x="1946" y="2650"/>
                    </a:cubicBezTo>
                    <a:cubicBezTo>
                      <a:pt x="1952" y="2689"/>
                      <a:pt x="1952" y="2709"/>
                      <a:pt x="1965" y="2741"/>
                    </a:cubicBezTo>
                    <a:cubicBezTo>
                      <a:pt x="1946" y="2741"/>
                      <a:pt x="1926" y="2741"/>
                      <a:pt x="1920" y="2760"/>
                    </a:cubicBezTo>
                    <a:cubicBezTo>
                      <a:pt x="1901" y="2748"/>
                      <a:pt x="1901" y="2728"/>
                      <a:pt x="1894" y="2702"/>
                    </a:cubicBezTo>
                    <a:cubicBezTo>
                      <a:pt x="1887" y="2689"/>
                      <a:pt x="1862" y="2689"/>
                      <a:pt x="1862" y="2676"/>
                    </a:cubicBezTo>
                    <a:cubicBezTo>
                      <a:pt x="1862" y="2650"/>
                      <a:pt x="1875" y="2631"/>
                      <a:pt x="1875" y="2605"/>
                    </a:cubicBezTo>
                    <a:cubicBezTo>
                      <a:pt x="1875" y="2553"/>
                      <a:pt x="1862" y="2521"/>
                      <a:pt x="1855" y="2469"/>
                    </a:cubicBezTo>
                    <a:cubicBezTo>
                      <a:pt x="1855" y="2399"/>
                      <a:pt x="1855" y="2399"/>
                      <a:pt x="1855" y="2399"/>
                    </a:cubicBezTo>
                    <a:cubicBezTo>
                      <a:pt x="1849" y="2354"/>
                      <a:pt x="1849" y="2354"/>
                      <a:pt x="1849" y="2354"/>
                    </a:cubicBezTo>
                    <a:close/>
                    <a:moveTo>
                      <a:pt x="1985" y="2676"/>
                    </a:moveTo>
                    <a:lnTo>
                      <a:pt x="1985" y="2676"/>
                    </a:lnTo>
                    <a:cubicBezTo>
                      <a:pt x="1985" y="2657"/>
                      <a:pt x="1972" y="2644"/>
                      <a:pt x="1978" y="2625"/>
                    </a:cubicBezTo>
                    <a:cubicBezTo>
                      <a:pt x="1978" y="2618"/>
                      <a:pt x="1991" y="2644"/>
                      <a:pt x="1998" y="2644"/>
                    </a:cubicBezTo>
                    <a:cubicBezTo>
                      <a:pt x="2023" y="2650"/>
                      <a:pt x="2036" y="2663"/>
                      <a:pt x="2056" y="2650"/>
                    </a:cubicBezTo>
                    <a:cubicBezTo>
                      <a:pt x="2069" y="2676"/>
                      <a:pt x="2088" y="2696"/>
                      <a:pt x="2114" y="2702"/>
                    </a:cubicBezTo>
                    <a:cubicBezTo>
                      <a:pt x="2140" y="2709"/>
                      <a:pt x="2166" y="2702"/>
                      <a:pt x="2166" y="2722"/>
                    </a:cubicBezTo>
                    <a:cubicBezTo>
                      <a:pt x="2166" y="2741"/>
                      <a:pt x="2146" y="2741"/>
                      <a:pt x="2146" y="2754"/>
                    </a:cubicBezTo>
                    <a:cubicBezTo>
                      <a:pt x="2146" y="2767"/>
                      <a:pt x="2153" y="2773"/>
                      <a:pt x="2166" y="2780"/>
                    </a:cubicBezTo>
                    <a:cubicBezTo>
                      <a:pt x="2159" y="2786"/>
                      <a:pt x="2153" y="2786"/>
                      <a:pt x="2146" y="2786"/>
                    </a:cubicBezTo>
                    <a:cubicBezTo>
                      <a:pt x="2127" y="2786"/>
                      <a:pt x="2127" y="2754"/>
                      <a:pt x="2107" y="2754"/>
                    </a:cubicBezTo>
                    <a:cubicBezTo>
                      <a:pt x="2094" y="2754"/>
                      <a:pt x="2088" y="2767"/>
                      <a:pt x="2075" y="2767"/>
                    </a:cubicBezTo>
                    <a:cubicBezTo>
                      <a:pt x="2043" y="2767"/>
                      <a:pt x="2023" y="2748"/>
                      <a:pt x="2004" y="2722"/>
                    </a:cubicBezTo>
                    <a:cubicBezTo>
                      <a:pt x="1998" y="2709"/>
                      <a:pt x="1985" y="2709"/>
                      <a:pt x="1985" y="2696"/>
                    </a:cubicBezTo>
                    <a:cubicBezTo>
                      <a:pt x="1985" y="2683"/>
                      <a:pt x="1985" y="2683"/>
                      <a:pt x="1985" y="2676"/>
                    </a:cubicBezTo>
                    <a:close/>
                    <a:moveTo>
                      <a:pt x="2191" y="2773"/>
                    </a:moveTo>
                    <a:lnTo>
                      <a:pt x="2191" y="2773"/>
                    </a:lnTo>
                    <a:cubicBezTo>
                      <a:pt x="2198" y="2773"/>
                      <a:pt x="2211" y="2767"/>
                      <a:pt x="2217" y="2773"/>
                    </a:cubicBezTo>
                    <a:cubicBezTo>
                      <a:pt x="2230" y="2786"/>
                      <a:pt x="2224" y="2799"/>
                      <a:pt x="2230" y="2812"/>
                    </a:cubicBezTo>
                    <a:cubicBezTo>
                      <a:pt x="2230" y="2825"/>
                      <a:pt x="2243" y="2832"/>
                      <a:pt x="2243" y="2844"/>
                    </a:cubicBezTo>
                    <a:cubicBezTo>
                      <a:pt x="2243" y="2864"/>
                      <a:pt x="2224" y="2870"/>
                      <a:pt x="2211" y="2890"/>
                    </a:cubicBezTo>
                    <a:cubicBezTo>
                      <a:pt x="2198" y="2877"/>
                      <a:pt x="2198" y="2864"/>
                      <a:pt x="2185" y="2864"/>
                    </a:cubicBezTo>
                    <a:cubicBezTo>
                      <a:pt x="2185" y="2864"/>
                      <a:pt x="2185" y="2870"/>
                      <a:pt x="2179" y="2870"/>
                    </a:cubicBezTo>
                    <a:cubicBezTo>
                      <a:pt x="2179" y="2870"/>
                      <a:pt x="2179" y="2864"/>
                      <a:pt x="2172" y="2864"/>
                    </a:cubicBezTo>
                    <a:cubicBezTo>
                      <a:pt x="2172" y="2857"/>
                      <a:pt x="2172" y="2851"/>
                      <a:pt x="2172" y="2844"/>
                    </a:cubicBezTo>
                    <a:cubicBezTo>
                      <a:pt x="2172" y="2838"/>
                      <a:pt x="2172" y="2832"/>
                      <a:pt x="2172" y="2825"/>
                    </a:cubicBezTo>
                    <a:cubicBezTo>
                      <a:pt x="2172" y="2812"/>
                      <a:pt x="2191" y="2812"/>
                      <a:pt x="2191" y="2793"/>
                    </a:cubicBezTo>
                    <a:cubicBezTo>
                      <a:pt x="2191" y="2786"/>
                      <a:pt x="2191" y="2780"/>
                      <a:pt x="2191" y="2773"/>
                    </a:cubicBezTo>
                    <a:close/>
                    <a:moveTo>
                      <a:pt x="1778" y="2728"/>
                    </a:moveTo>
                    <a:lnTo>
                      <a:pt x="1778" y="2728"/>
                    </a:lnTo>
                    <a:cubicBezTo>
                      <a:pt x="1784" y="2735"/>
                      <a:pt x="1791" y="2741"/>
                      <a:pt x="1791" y="2754"/>
                    </a:cubicBezTo>
                    <a:cubicBezTo>
                      <a:pt x="1791" y="2825"/>
                      <a:pt x="1810" y="2864"/>
                      <a:pt x="1829" y="2941"/>
                    </a:cubicBezTo>
                    <a:cubicBezTo>
                      <a:pt x="1810" y="2929"/>
                      <a:pt x="1803" y="2916"/>
                      <a:pt x="1784" y="2896"/>
                    </a:cubicBezTo>
                    <a:cubicBezTo>
                      <a:pt x="1771" y="2883"/>
                      <a:pt x="1745" y="2877"/>
                      <a:pt x="1745" y="2851"/>
                    </a:cubicBezTo>
                    <a:cubicBezTo>
                      <a:pt x="1745" y="2838"/>
                      <a:pt x="1752" y="2832"/>
                      <a:pt x="1752" y="2812"/>
                    </a:cubicBezTo>
                    <a:cubicBezTo>
                      <a:pt x="1752" y="2806"/>
                      <a:pt x="1745" y="2799"/>
                      <a:pt x="1745" y="2786"/>
                    </a:cubicBezTo>
                    <a:cubicBezTo>
                      <a:pt x="1745" y="2760"/>
                      <a:pt x="1765" y="2754"/>
                      <a:pt x="1778" y="2728"/>
                    </a:cubicBezTo>
                    <a:close/>
                    <a:moveTo>
                      <a:pt x="2004" y="2767"/>
                    </a:moveTo>
                    <a:lnTo>
                      <a:pt x="2004" y="2767"/>
                    </a:lnTo>
                    <a:cubicBezTo>
                      <a:pt x="2017" y="2793"/>
                      <a:pt x="2017" y="2793"/>
                      <a:pt x="2017" y="2793"/>
                    </a:cubicBezTo>
                    <a:cubicBezTo>
                      <a:pt x="2004" y="2806"/>
                      <a:pt x="1991" y="2819"/>
                      <a:pt x="1985" y="2838"/>
                    </a:cubicBezTo>
                    <a:cubicBezTo>
                      <a:pt x="1978" y="2838"/>
                      <a:pt x="1978" y="2832"/>
                      <a:pt x="1972" y="2832"/>
                    </a:cubicBezTo>
                    <a:cubicBezTo>
                      <a:pt x="1965" y="2832"/>
                      <a:pt x="1959" y="2832"/>
                      <a:pt x="1952" y="2832"/>
                    </a:cubicBezTo>
                    <a:cubicBezTo>
                      <a:pt x="1952" y="2812"/>
                      <a:pt x="1952" y="2799"/>
                      <a:pt x="1946" y="2773"/>
                    </a:cubicBezTo>
                    <a:cubicBezTo>
                      <a:pt x="1972" y="2773"/>
                      <a:pt x="1978" y="2767"/>
                      <a:pt x="2004" y="2767"/>
                    </a:cubicBezTo>
                    <a:close/>
                    <a:moveTo>
                      <a:pt x="2133" y="2857"/>
                    </a:moveTo>
                    <a:lnTo>
                      <a:pt x="2133" y="2857"/>
                    </a:lnTo>
                    <a:cubicBezTo>
                      <a:pt x="2153" y="2877"/>
                      <a:pt x="2159" y="2896"/>
                      <a:pt x="2172" y="2916"/>
                    </a:cubicBezTo>
                    <a:cubicBezTo>
                      <a:pt x="2179" y="2929"/>
                      <a:pt x="2191" y="2929"/>
                      <a:pt x="2191" y="2941"/>
                    </a:cubicBezTo>
                    <a:cubicBezTo>
                      <a:pt x="2191" y="2954"/>
                      <a:pt x="2191" y="2954"/>
                      <a:pt x="2191" y="2954"/>
                    </a:cubicBezTo>
                    <a:cubicBezTo>
                      <a:pt x="2159" y="2954"/>
                      <a:pt x="2159" y="2954"/>
                      <a:pt x="2159" y="2954"/>
                    </a:cubicBezTo>
                    <a:cubicBezTo>
                      <a:pt x="2146" y="2954"/>
                      <a:pt x="2140" y="2948"/>
                      <a:pt x="2127" y="2948"/>
                    </a:cubicBezTo>
                    <a:cubicBezTo>
                      <a:pt x="2107" y="2948"/>
                      <a:pt x="2094" y="2961"/>
                      <a:pt x="2075" y="2967"/>
                    </a:cubicBezTo>
                    <a:cubicBezTo>
                      <a:pt x="2082" y="2941"/>
                      <a:pt x="2075" y="2922"/>
                      <a:pt x="2088" y="2896"/>
                    </a:cubicBezTo>
                    <a:cubicBezTo>
                      <a:pt x="2094" y="2877"/>
                      <a:pt x="2120" y="2877"/>
                      <a:pt x="2133" y="2857"/>
                    </a:cubicBezTo>
                    <a:close/>
                    <a:moveTo>
                      <a:pt x="1791" y="2967"/>
                    </a:moveTo>
                    <a:lnTo>
                      <a:pt x="1791" y="2967"/>
                    </a:lnTo>
                    <a:cubicBezTo>
                      <a:pt x="1791" y="2974"/>
                      <a:pt x="1791" y="2974"/>
                      <a:pt x="1791" y="2980"/>
                    </a:cubicBezTo>
                    <a:cubicBezTo>
                      <a:pt x="1784" y="2980"/>
                      <a:pt x="1778" y="2980"/>
                      <a:pt x="1771" y="2980"/>
                    </a:cubicBezTo>
                    <a:cubicBezTo>
                      <a:pt x="1758" y="2980"/>
                      <a:pt x="1758" y="2980"/>
                      <a:pt x="1745" y="2980"/>
                    </a:cubicBezTo>
                    <a:cubicBezTo>
                      <a:pt x="1745" y="2980"/>
                      <a:pt x="1739" y="2980"/>
                      <a:pt x="1732" y="2980"/>
                    </a:cubicBezTo>
                    <a:cubicBezTo>
                      <a:pt x="1739" y="2954"/>
                      <a:pt x="1758" y="2948"/>
                      <a:pt x="1771" y="2929"/>
                    </a:cubicBezTo>
                    <a:cubicBezTo>
                      <a:pt x="1771" y="2948"/>
                      <a:pt x="1791" y="2948"/>
                      <a:pt x="1791" y="296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28575" cap="flat" cmpd="sng">
                <a:noFill/>
                <a:bevel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/>
              <a:p>
                <a:pPr defTabSz="68578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13">
                  <a:latin typeface="Rubik Light" panose="02000604000000020004" pitchFamily="2" charset="-79"/>
                  <a:cs typeface="Rubik Light" panose="02000604000000020004" pitchFamily="2" charset="-79"/>
                </a:endParaRPr>
              </a:p>
            </p:txBody>
          </p:sp>
          <p:sp>
            <p:nvSpPr>
              <p:cNvPr id="32" name="Freeform 94">
                <a:extLst>
                  <a:ext uri="{FF2B5EF4-FFF2-40B4-BE49-F238E27FC236}">
                    <a16:creationId xmlns:a16="http://schemas.microsoft.com/office/drawing/2014/main" id="{08DC196D-2EE1-B566-44D9-DF572A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39732" y="4423496"/>
                <a:ext cx="92674" cy="105921"/>
              </a:xfrm>
              <a:custGeom>
                <a:avLst/>
                <a:gdLst>
                  <a:gd name="T0" fmla="*/ 90 w 91"/>
                  <a:gd name="T1" fmla="*/ 38 h 104"/>
                  <a:gd name="T2" fmla="*/ 90 w 91"/>
                  <a:gd name="T3" fmla="*/ 38 h 104"/>
                  <a:gd name="T4" fmla="*/ 45 w 91"/>
                  <a:gd name="T5" fmla="*/ 0 h 104"/>
                  <a:gd name="T6" fmla="*/ 13 w 91"/>
                  <a:gd name="T7" fmla="*/ 0 h 104"/>
                  <a:gd name="T8" fmla="*/ 0 w 91"/>
                  <a:gd name="T9" fmla="*/ 19 h 104"/>
                  <a:gd name="T10" fmla="*/ 13 w 91"/>
                  <a:gd name="T11" fmla="*/ 38 h 104"/>
                  <a:gd name="T12" fmla="*/ 19 w 91"/>
                  <a:gd name="T13" fmla="*/ 71 h 104"/>
                  <a:gd name="T14" fmla="*/ 32 w 91"/>
                  <a:gd name="T15" fmla="*/ 84 h 104"/>
                  <a:gd name="T16" fmla="*/ 52 w 91"/>
                  <a:gd name="T17" fmla="*/ 90 h 104"/>
                  <a:gd name="T18" fmla="*/ 77 w 91"/>
                  <a:gd name="T19" fmla="*/ 97 h 104"/>
                  <a:gd name="T20" fmla="*/ 90 w 91"/>
                  <a:gd name="T21" fmla="*/ 71 h 104"/>
                  <a:gd name="T22" fmla="*/ 84 w 91"/>
                  <a:gd name="T23" fmla="*/ 71 h 104"/>
                  <a:gd name="T24" fmla="*/ 90 w 91"/>
                  <a:gd name="T25" fmla="*/ 3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" h="104">
                    <a:moveTo>
                      <a:pt x="90" y="38"/>
                    </a:moveTo>
                    <a:lnTo>
                      <a:pt x="90" y="38"/>
                    </a:lnTo>
                    <a:cubicBezTo>
                      <a:pt x="77" y="25"/>
                      <a:pt x="64" y="0"/>
                      <a:pt x="45" y="0"/>
                    </a:cubicBezTo>
                    <a:cubicBezTo>
                      <a:pt x="32" y="0"/>
                      <a:pt x="26" y="0"/>
                      <a:pt x="13" y="0"/>
                    </a:cubicBezTo>
                    <a:cubicBezTo>
                      <a:pt x="6" y="0"/>
                      <a:pt x="0" y="13"/>
                      <a:pt x="0" y="19"/>
                    </a:cubicBezTo>
                    <a:cubicBezTo>
                      <a:pt x="6" y="25"/>
                      <a:pt x="13" y="32"/>
                      <a:pt x="13" y="38"/>
                    </a:cubicBezTo>
                    <a:cubicBezTo>
                      <a:pt x="13" y="51"/>
                      <a:pt x="13" y="58"/>
                      <a:pt x="19" y="71"/>
                    </a:cubicBezTo>
                    <a:cubicBezTo>
                      <a:pt x="19" y="84"/>
                      <a:pt x="26" y="84"/>
                      <a:pt x="32" y="84"/>
                    </a:cubicBezTo>
                    <a:cubicBezTo>
                      <a:pt x="39" y="84"/>
                      <a:pt x="45" y="84"/>
                      <a:pt x="52" y="90"/>
                    </a:cubicBezTo>
                    <a:cubicBezTo>
                      <a:pt x="58" y="90"/>
                      <a:pt x="64" y="103"/>
                      <a:pt x="77" y="97"/>
                    </a:cubicBezTo>
                    <a:cubicBezTo>
                      <a:pt x="84" y="97"/>
                      <a:pt x="90" y="77"/>
                      <a:pt x="90" y="71"/>
                    </a:cubicBezTo>
                    <a:cubicBezTo>
                      <a:pt x="84" y="71"/>
                      <a:pt x="84" y="71"/>
                      <a:pt x="84" y="71"/>
                    </a:cubicBezTo>
                    <a:lnTo>
                      <a:pt x="90" y="38"/>
                    </a:lnTo>
                  </a:path>
                </a:pathLst>
              </a:custGeom>
              <a:grpFill/>
              <a:ln w="28575" cap="flat" cmpd="sng">
                <a:noFill/>
                <a:bevel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anchor="ctr"/>
              <a:lstStyle/>
              <a:p>
                <a:pPr defTabSz="68578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13">
                  <a:latin typeface="Rubik Light" panose="02000604000000020004" pitchFamily="2" charset="-79"/>
                  <a:cs typeface="Rubik Light" panose="02000604000000020004" pitchFamily="2" charset="-79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1F47D-D45A-50E2-3175-75A8D8908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57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95F8BE85-AED6-D307-4650-A5055234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Sheet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D7826FE-DCA3-823B-7816-0FD9CF7125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59905E-DD90-3C50-9D82-4983E37C44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3D93D96-9869-470E-9A48-380AA775051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ADFD9DB-93A0-F7A1-6FB8-9CEC182C72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4128CE3-F869-1A6E-303A-281399F69F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6A02220-7AF8-D79C-6573-CDA86234DB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99BD8-2957-669C-5AD6-21876C87C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945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9DD831-75C6-F5ED-ECD5-71D966D1B6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Title 65">
            <a:extLst>
              <a:ext uri="{FF2B5EF4-FFF2-40B4-BE49-F238E27FC236}">
                <a16:creationId xmlns:a16="http://schemas.microsoft.com/office/drawing/2014/main" id="{BFD17342-F81F-93E8-8657-6163640B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D69F3F6-5CBF-1E0E-701C-F92BCB86EF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AB838C5-FB9D-EA40-6305-B43B3E11D76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E0A1EC-4B50-B3CB-F324-D6173C3289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946002-D243-1D3A-8F27-FDB0A8880CD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28CA2CC-7E44-37D2-F5DB-D5C73C009E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3640C24-EDE6-43DC-07A0-79D9F307F3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87F03F-F9D2-DAB8-AAA9-4953441ABA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647E7-2AF0-EA32-E101-47CC0BF79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47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872CF9C0-36D9-F77D-A620-6FFEBB5FDF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FE5A0D2-4136-08E3-74B0-53B0401912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B9B3DAE0-4141-2448-CB8C-CA140A08D4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41E6844C-2078-ED2C-F046-BA4AFB6FA32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C036E0BF-E5E8-7C80-2890-A5F29AB95C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21C0A4F4-A129-08C8-4E79-6FE0239E41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C8F3A7E4-E320-571E-2DA2-990DCD0304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9CC5BFAE-EE0E-5D2F-B4F6-0E3F56558D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3251512E-66F3-50DE-6D0A-979F03E7E11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424F7467-5127-4CB2-480F-254A3950C5E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137B4ADF-7C22-6371-84FB-E1CCC076AF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F545CAA5-C24D-0F69-84B3-05B214C5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Spotlight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B3D879A7-F618-4E1A-13E0-83019AF237E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08288-BF74-81A1-79C0-52CE56960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014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B4485-A86C-029F-C09C-5A150CC6CA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B1F01-1714-6F62-7065-0532E925E6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30F3E-1CA1-B9D1-3001-1AF6CF1DFF2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9A4472-550B-3F79-054E-06D65B8A6D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2CB977A-8A2C-2D66-8483-E4D9F2424F1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5201A8-13B6-6DA8-D7CA-ED13F172B60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418994-A0F6-E9D2-196A-A88958F0802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7CF873-659E-75F6-6A4D-C6ADF627EFB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955C64-8792-402E-162F-3A757D5D1A6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C192F6-32DB-BC94-17C5-7BF233CB416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25CB78-DBB1-59FF-0B1B-F27EDFAF41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861E7A-571F-1DA1-921F-3A60AD59F4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49511-7013-ADD1-B4F9-F6B0AD88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Spotlight Color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7007FAC-C311-1299-E99B-A620EE1A3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59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2FF500-BFC5-5730-9AC8-9024E5FB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 Slide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320DE-BBF8-201C-2BAA-FF1417619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753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C34B8-B27E-0E4D-ABE2-CFFB4A7A5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436629-E33C-2922-8E10-5268F83A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3CC2B-9860-5380-7AD0-17C1886F7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77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EA57D0D-DE84-6B46-763A-ED69ADF4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+ Bullet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A018A82-D440-6F89-EB87-6C9C1A8B16DD}"/>
              </a:ext>
            </a:extLst>
          </p:cNvPr>
          <p:cNvSpPr txBox="1">
            <a:spLocks/>
          </p:cNvSpPr>
          <p:nvPr/>
        </p:nvSpPr>
        <p:spPr>
          <a:xfrm>
            <a:off x="596875" y="1410295"/>
            <a:ext cx="11009974" cy="31128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2120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49808" indent="-17373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&gt;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1887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Rubik Light" pitchFamily="2" charset="-79"/>
              <a:buChar char="—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Rubik Light" pitchFamily="2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Bullet</a:t>
            </a:r>
          </a:p>
          <a:p>
            <a:pPr lvl="1"/>
            <a:r>
              <a:rPr lang="en-US" dirty="0"/>
              <a:t>Second Bullet</a:t>
            </a:r>
          </a:p>
          <a:p>
            <a:pPr lvl="2"/>
            <a:r>
              <a:rPr lang="en-US" dirty="0"/>
              <a:t>Third Bullet</a:t>
            </a:r>
          </a:p>
          <a:p>
            <a:pPr lvl="3"/>
            <a:r>
              <a:rPr lang="en-US" dirty="0"/>
              <a:t>Fourth Bullet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B491A-0C9A-ECB9-67C9-F9853F11D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20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350CDB-A0DE-5660-7BAA-0629A2E41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E1CD02-5945-A315-D2EA-082BD951DD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76586D0-B3F2-9806-7D22-D6A5CF6B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3A692-462B-E2BB-972C-7294A0E49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97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75430-8520-7D08-0D44-E6DE07F7A70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86A141-A629-5084-BB57-3D2CFF9D7A4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F27B243-B9F6-9876-18B3-2B7931C174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784AD68-7599-B306-5645-497DBAF425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B47D77-38A5-E25F-16AD-ADFFDE8B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C362F-0096-1E12-956D-09832C7AB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F21178-C13D-41E3-BBBB-87B396F6379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39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12AC-6BE4-A280-0E61-E6C95CF5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C9B46F-C854-A868-300C-F2B0DA1AA0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C29F2A8-4BB4-AA1E-D01B-3387667DF1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9C66FC-87CB-6D8E-B505-CA08E85670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AFB5240-7354-73F3-1C4B-1000D244A9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4E7293C-2E2F-AD74-1DDD-97BC0845E2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5D38CDC-CCC1-E61E-06AC-94BC76117C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54BAF7E-F717-8F10-3D35-E9516B54C8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08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371130-73E6-C0C5-ABA1-9B6C2A85F59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A3038A-8A8C-F9D6-CC37-06132514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995D9-59FC-CCA5-2BAA-DBB73347CB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904" y="649589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C8C"/>
                </a:solidFill>
                <a:latin typeface="Arial"/>
              </a:defRPr>
            </a:pPr>
            <a:r>
              <a:t>© 2026 Halliburton.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0975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A3038A-8A8C-F9D6-CC37-06132514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0E44F-A01E-13BB-4E42-8C662F464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10744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3840480" cy="274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005840"/>
            <a:ext cx="6888175" cy="4389120"/>
          </a:xfrm>
          <a:prstGeom prst="rect">
            <a:avLst/>
          </a:prstGeom>
          <a:solidFill>
            <a:srgbClr val="EF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463040"/>
            <a:ext cx="82296" cy="34747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CC0000"/>
                </a:solidFill>
                <a:latin typeface="Arial"/>
              </a:defRPr>
            </a:pPr>
            <a:r>
              <a:t>BAROID HUB</a:t>
            </a:r>
          </a:p>
          <a:p>
            <a:pPr>
              <a:spcAft>
                <a:spcPts val="1200"/>
              </a:spcAft>
              <a:defRPr sz="1800" b="1">
                <a:solidFill>
                  <a:srgbClr val="2A2F30"/>
                </a:solidFill>
                <a:latin typeface="Arial"/>
              </a:defRPr>
            </a:pPr>
            <a:r>
              <a:t>Plataforma Integral de Operaciones de Campo e Ingeniería de Fluidos</a:t>
            </a:r>
          </a:p>
          <a:p>
            <a:pPr>
              <a:spcAft>
                <a:spcPts val="2000"/>
              </a:spcAft>
              <a:defRPr sz="1300">
                <a:solidFill>
                  <a:srgbClr val="555555"/>
                </a:solidFill>
                <a:latin typeface="Arial"/>
              </a:defRPr>
            </a:pPr>
            <a:r>
              <a:t>Transformación Digital, Automatización de Cálculos y Excelencia Operativa en Rig Site</a:t>
            </a:r>
          </a:p>
          <a:p>
            <a:pPr>
              <a:defRPr sz="1400" b="1">
                <a:solidFill>
                  <a:srgbClr val="2A2F30"/>
                </a:solidFill>
                <a:latin typeface="Arial"/>
              </a:defRPr>
            </a:pPr>
            <a:r>
              <a:t>Presentador: Ing. RINAUDO Xavier</a:t>
            </a:r>
          </a:p>
          <a:p>
            <a:pPr>
              <a:defRPr sz="1100">
                <a:solidFill>
                  <a:srgbClr val="555555"/>
                </a:solidFill>
                <a:latin typeface="Arial"/>
              </a:defRPr>
            </a:pPr>
            <a:r>
              <a:t>Ingeniero Técnico de Fluidos / Drilling Fluid Specialist (ATP Baroid)</a:t>
            </a:r>
            <a:br/>
            <a:r>
              <a:t>Halliburton Argentina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49589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C8C"/>
                </a:solidFill>
                <a:latin typeface="Arial"/>
              </a:defRPr>
            </a:pPr>
            <a:r>
              <a:t>© 2026 Halliburton. All rights reserved. |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Momento de Valor: Innovación Digital y Precisión en Rig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731520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C0000"/>
                </a:solidFill>
                <a:latin typeface="Arial"/>
              </a:defRPr>
            </a:pPr>
            <a:r>
              <a:t>Visión Estratégica: De la Fragmentación a la Excelencia Digital</a:t>
            </a:r>
          </a:p>
          <a:p>
            <a:pPr>
              <a:spcAft>
                <a:spcPts val="1000"/>
              </a:spcAft>
              <a:defRPr sz="1100">
                <a:solidFill>
                  <a:srgbClr val="2A2F30"/>
                </a:solidFill>
                <a:latin typeface="Arial"/>
              </a:defRPr>
            </a:pPr>
            <a:r>
              <a:t>■  Estandarización Algorítmica Global: Unificación de fórmulas API RP 13B y estándares Baroid en una interfaz reactiva, garantizando coherencia absoluta en los reportes.</a:t>
            </a:r>
          </a:p>
          <a:p>
            <a:pPr>
              <a:spcAft>
                <a:spcPts val="1000"/>
              </a:spcAft>
              <a:defRPr sz="1100">
                <a:solidFill>
                  <a:srgbClr val="2A2F30"/>
                </a:solidFill>
                <a:latin typeface="Arial"/>
              </a:defRPr>
            </a:pPr>
            <a:r>
              <a:t>■  Eliminación Total de Errores Manuales: Supresión de planillas Excel desactualizadas y cálculos manuales en papel propensos a fallas bajo escenarios de alta presión.</a:t>
            </a:r>
          </a:p>
          <a:p>
            <a:pPr>
              <a:spcAft>
                <a:spcPts val="1000"/>
              </a:spcAft>
              <a:defRPr sz="1100">
                <a:solidFill>
                  <a:srgbClr val="2A2F30"/>
                </a:solidFill>
                <a:latin typeface="Arial"/>
              </a:defRPr>
            </a:pPr>
            <a:r>
              <a:t>■  Respuesta Operativa en Segundos: Reducción de más de 2 horas diarias por especialista en cálculos de densificación, retorta, salinidad y balances volumétricos.</a:t>
            </a:r>
          </a:p>
          <a:p>
            <a:pPr>
              <a:spcAft>
                <a:spcPts val="1000"/>
              </a:spcAft>
              <a:defRPr sz="1100">
                <a:solidFill>
                  <a:srgbClr val="2A2F30"/>
                </a:solidFill>
                <a:latin typeface="Arial"/>
              </a:defRPr>
            </a:pPr>
            <a:r>
              <a:t>■  Alineación con Halliburton 4.0: Herramienta moderna, bilingüe, interactiva y de despliegue inmediato sin requerir complejas instalaciones de software en locación.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3502152" cy="150876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4416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AD4"/>
                </a:solidFill>
                <a:latin typeface="Arial"/>
              </a:defRPr>
            </a:pPr>
            <a:r>
              <a:t>AHORRO DE TIEMPO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-80%</a:t>
            </a:r>
          </a:p>
          <a:p>
            <a:pPr>
              <a:defRPr sz="950">
                <a:solidFill>
                  <a:srgbClr val="FFF0F0"/>
                </a:solidFill>
                <a:latin typeface="Arial"/>
              </a:defRPr>
            </a:pPr>
            <a:r>
              <a:t>En cálculos matemáticos críticos de lodo y balances de volumen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926080"/>
            <a:ext cx="3502152" cy="150876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03580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AD4"/>
                </a:solidFill>
                <a:latin typeface="Arial"/>
              </a:defRPr>
            </a:pPr>
            <a:r>
              <a:t>CONFIABILIDAD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  <a:p>
            <a:pPr>
              <a:defRPr sz="950">
                <a:solidFill>
                  <a:srgbClr val="FFF0F0"/>
                </a:solidFill>
                <a:latin typeface="Arial"/>
              </a:defRPr>
            </a:pPr>
            <a:r>
              <a:t>Fórmulas matemáticas validadas según manual Baroid y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617720"/>
            <a:ext cx="3502152" cy="150876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727448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AD4"/>
                </a:solidFill>
                <a:latin typeface="Arial"/>
              </a:defRPr>
            </a:pPr>
            <a:r>
              <a:t>RIESGO OPERATIVO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CERO</a:t>
            </a:r>
          </a:p>
          <a:p>
            <a:pPr>
              <a:defRPr sz="950">
                <a:solidFill>
                  <a:srgbClr val="FFF0F0"/>
                </a:solidFill>
                <a:latin typeface="Arial"/>
              </a:defRPr>
            </a:pPr>
            <a:r>
              <a:t>Prevención proactiva de NPT por errores de formulación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Agenda de Presentación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7103" y="1325880"/>
          <a:ext cx="1100114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17818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N°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  Eje Temático y Alcance Estratégico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  Diagnóstico y Problemática en Locación: Retos del Especialista de Fluidos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  Arquitectura y Suite Técnica: Módulos de Cálculo y Modelos Avanzados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  Operaciones en Superficie: Gestión 2D de Piletas y Conciliación de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  Ecosistema HSE, Aseguramiento BSD y Biblioteca Normativa API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  Impacto en el Negocio: Eficiencia, Seguridad de Procesos y Escalabilidad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F30"/>
                </a:solidFill>
                <a:latin typeface="Arial"/>
              </a:defRPr>
            </a:pPr>
            <a:r>
              <a:t>Diagnóstico y Problemática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555555"/>
                </a:solidFill>
                <a:latin typeface="Arial"/>
              </a:defRPr>
            </a:pPr>
            <a:r>
              <a:t>Retos Operativos en Locación y Necesidad de Transformación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Diagnóstico de Campo: Retos Operativos y Necesidad de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53492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C0000"/>
                </a:solidFill>
                <a:latin typeface="Arial"/>
              </a:defRPr>
            </a:pPr>
            <a:r>
              <a:t>DESAFÍOS OPERATIVOS ACTUALES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Dispersión de Información: Múltiples archivos Excel personales, fórmulas no auditadas y riesgo de pérdida de datos en campo.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Sobrecarga de Portales Corporativos: El especialista debe ingresar a más de 15 enlaces distintos (HMS, Appian, QC DOC, SDS, Accuris) con pérdida de tiempo crítico.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Cálculos Complejos Bajo Presión: Ajustes de densidad, análisis de retorta/LGS y balances de piletas realizados contra reloj durante maniobras.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Falta de Estandarización Visual: Dificultad para comunicar el estado de piletas y stock físico en tiempo real al Company Man y a la base operativa.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095" y="1234440"/>
            <a:ext cx="53492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C0000"/>
                </a:solidFill>
                <a:latin typeface="Arial"/>
              </a:defRPr>
            </a:pPr>
            <a:r>
              <a:t>LA SOLUCIÓN: BAROID HUB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Ecosistema 'All-in-One' Centralizado: Una sola interfaz web ultrarrápida que integra cálculos técnicos, simulador de piletas, conciliación de inventario y portales.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Validación Matemática Inmutable: Algoritmos auditados conforme a estándares de ingeniería Baroid y especificaciones API RP 13.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Visualización Espacial Intuitiva: Canvas interactivo para control gráfico de piletas en tiempo real con cálculo automático de volúmenes y densidades.</a:t>
            </a:r>
          </a:p>
          <a:p>
            <a:pPr>
              <a:spcAft>
                <a:spcPts val="800"/>
              </a:spcAft>
              <a:defRPr sz="1050">
                <a:solidFill>
                  <a:srgbClr val="2A2F30"/>
                </a:solidFill>
                <a:latin typeface="Arial"/>
              </a:defRPr>
            </a:pPr>
            <a:r>
              <a:t>■  Operabilidad 100% Offline &amp; Dual: Funciona directamente en el navegador sin dependencias de red, con soporte bilingüe (Español/Inglés) y unidades métricas/campo.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F30"/>
                </a:solidFill>
                <a:latin typeface="Arial"/>
              </a:defRPr>
            </a:pPr>
            <a:r>
              <a:t>Arquitectura y Suite Técnica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555555"/>
                </a:solidFill>
                <a:latin typeface="Arial"/>
              </a:defRPr>
            </a:pPr>
            <a:r>
              <a:t>Capacidades de Cálculo Matemático y Modelos Reológicos Avanzados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Ecosistema Baroid Hub: Arquitectura de Módulos Integrados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265176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7103" y="1234440"/>
            <a:ext cx="2651760" cy="5943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SUITE DE CÁLCULO TÉCNICO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" y="1920240"/>
            <a:ext cx="243230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Densificación con Barita (Weight Up)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Mezcla de Fluidos (3 Piletas)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Modelos Reológicos (PV, YP, gels)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Retorta Avanzada y LGS / ASG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Ajuste Salinidad WPS y OWR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Píldora Pesada (Slug) y FIT/LOT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Tratamiento Químico Pf / Mf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455" y="1234440"/>
            <a:ext cx="26517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3455" y="1234440"/>
            <a:ext cx="2651760" cy="5943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A2F30"/>
                </a:solidFill>
                <a:latin typeface="Arial"/>
              </a:defRPr>
            </a:pPr>
            <a:r>
              <a:t>FORMULACIÓN &amp; SALMUERAS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183" y="1920240"/>
            <a:ext cx="243230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Tablas Oficiales CaCl2 (0-400k ppm)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Interpolación de SG y Water Factor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Concentración de Sal (ppb / kg/m³)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Recetas OBM (Invermul/BaraShale)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Recetas WBM (BaraKlean/KCl)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Parametrización por Volumen y MW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Guía de Adición de Químicos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807" y="1234440"/>
            <a:ext cx="26517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9807" y="1234440"/>
            <a:ext cx="2651760" cy="5943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A2F30"/>
                </a:solidFill>
                <a:latin typeface="Arial"/>
              </a:defRPr>
            </a:pPr>
            <a:r>
              <a:t>PILETAS &amp; INVENTARIO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1920240"/>
            <a:ext cx="243230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Simulador 2D Interactivo de Piletas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Balance Volumétrico en Tiempo Real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Densidad Ponderada de Superficie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Conciliación Stock Físico vs Software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Catálogo de +40 Productos Baroid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Detección Automática de Mermas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Exportación de Reportes en 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6159" y="1234440"/>
            <a:ext cx="26517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159" y="1234440"/>
            <a:ext cx="2651760" cy="5943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A2F30"/>
                </a:solidFill>
                <a:latin typeface="Arial"/>
              </a:defRPr>
            </a:pPr>
            <a:r>
              <a:t>HSE, BSD &amp; PORTALES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887" y="1920240"/>
            <a:ext cx="243230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Acceso Directo a RAs Appian de Campo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Baroid 4 Key Control Points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Plan Anual de Calibración de Lab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Descarga de Normas API (Accuris)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Biblioteca de Videos Técnicos (Hal TV)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Herramientas HR &amp; Journey Mgmt</a:t>
            </a:r>
          </a:p>
          <a:p>
            <a:pPr>
              <a:spcAft>
                <a:spcPts val="7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Notas Rápidas &amp; Favoritos con Backup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Suite de Ingeniería: Algoritmos de Alta Precisión y Reología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7103" y="1234440"/>
          <a:ext cx="11001146" cy="445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246266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Módulo de Cálculo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Fundamento Técnico y Capacidades Operativas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Marco Normativo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Densificación (Weight 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Incremento de densidad mediante barita (SG 4.2 / 4.1). Calcula sacos, toneladas métricas y aumento exacto de volumen.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API RP 13B / Baroid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Retorta Avanzada &amp; LGS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Desglose de sólidos de baja gravedad (% LGS), barita (% HGS), ASG y requerimiento de dilución con titulación de cloruros/calcio.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Estándar Retorta Baroid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Reología &amp; Hidráulica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Modelos de Bingham (PV, YP), Herschel-Bulkley, viscosidad a bajo corte LSRV (6/3 RPM), esfuerzos de gel (10s, 10m, 30m).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Reología No Newtoniana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Ajuste Salinidad WPS &amp; OWR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Cálculo de adición de sal (CaCl2/NaCl) en fase acuosa, corrección de relación aceite/agua (OWR) y mantenimiento de emulsión.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Química de Salmueras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Píldora Desbalanceadora (Slug)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Cálculo de longitud seca en sarta, presión de seguridad hidrostática y contrapresión MPD durante maniobras de maniobra de tubería.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Control de Presión en Pozo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C0000"/>
                          </a:solidFill>
                          <a:latin typeface="Arial"/>
                        </a:defRPr>
                      </a:pPr>
                      <a:r>
                        <a:t>FIT / LOT &amp; Tratamiento Pf/Mf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2F30"/>
                          </a:solidFill>
                          <a:latin typeface="Arial"/>
                        </a:defRPr>
                      </a:pPr>
                      <a:r>
                        <a:t>Presión máxima admisible en superficie (MAASP), EMW y tratamiento químico contra contaminación de carbonatos/bicarbonatos con Cal/Soda.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  <a:latin typeface="Arial"/>
                        </a:defRPr>
                      </a:pPr>
                      <a:r>
                        <a:t>Integridad &amp; Remediación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F30"/>
                </a:solidFill>
                <a:latin typeface="Arial"/>
              </a:defRPr>
            </a:pPr>
            <a:r>
              <a:t>Superficie, Stock y Calidad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555555"/>
                </a:solidFill>
                <a:latin typeface="Arial"/>
              </a:defRPr>
            </a:pPr>
            <a:r>
              <a:t>Simulador 2D de Piletas, Conciliación de Inventario y Aseguramiento BSD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Operaciones en Superficie: Gestión Visual de Piletas y 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53492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C0000"/>
                </a:solidFill>
                <a:latin typeface="Arial"/>
              </a:defRPr>
            </a:pPr>
            <a:r>
              <a:t>SISTEMA VISUAL DE PILETAS (MUD PITS 2D)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Mapeo Espacial Interactivo: Representación gráfica en 2D de piletas activas, de reserva, píldoras, succión e intermedias con drag-and-drop.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Balance Volumétrico en Vivo: Cálculo instantáneo de Volumen Total en Superficie, Densidad Promedio Ponderada y Capacidad Disponible.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Categorización Cromática: Identificación inmediata por tipo de fluido (WBM, OBM, KillMud, Gasoil) y alerta visual de nivel de llenado.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Optimización de Maniobras: Planificación precisa de transferencias de volumen y mezclas previas a bombeos críticos.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095" y="1234440"/>
            <a:ext cx="53492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C0000"/>
                </a:solidFill>
                <a:latin typeface="Arial"/>
              </a:defRPr>
            </a:pPr>
            <a:r>
              <a:t>CONCILIACIÓN DE INVENTARIO OPERATIVO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Catálogo Oficial de +40 Productos Baroid: Factores de empaque unitarios estandarizados (kg/saco, gal/tambor, ton/bolsón, granel).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Auditoría Stock Físico vs Software: Comparación automática contra datos contables/Wellsight con cálculo exacto de variaciones (Delta).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Control de Desviaciones &amp; Mermas: Detección inmediata de anomalías de consumo o pérdidas en locación.</a:t>
            </a:r>
          </a:p>
          <a:p>
            <a:pPr>
              <a:spcAft>
                <a:spcPts val="700"/>
              </a:spcAft>
              <a:defRPr sz="1000">
                <a:solidFill>
                  <a:srgbClr val="2A2F30"/>
                </a:solidFill>
                <a:latin typeface="Arial"/>
              </a:defRPr>
            </a:pPr>
            <a:r>
              <a:t>■  Reportes Ejecutivos en PDF: Generación de remitos y reportes de conciliación listos para firma con Company Man y auditoría interna.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Ecosistema Integral: HSE, Aseguramiento BSD y Recursos de 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1100114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7103" y="1234440"/>
            <a:ext cx="2926080" cy="1508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GESTIÓN DE RIESGOS HSE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325880"/>
            <a:ext cx="7680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Acceso directo a Evaluaciones de Riesgo (RA Appian): RA-01860 (Fluidos en Pozo), RA-13337 (Ensayos OBM), RA-17189 (WBM) y piletas.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Estándares globales JSA, Baroid HSE Manifesto y Plan de Higiene Química.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Seguridad operativa en zonas de alta presión (Red-Zone) y Walk the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103" y="2880360"/>
            <a:ext cx="1100114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7103" y="2880360"/>
            <a:ext cx="2926080" cy="1508760"/>
          </a:xfrm>
          <a:prstGeom prst="rect">
            <a:avLst/>
          </a:prstGeom>
          <a:solidFill>
            <a:srgbClr val="5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CALIDAD &amp; SERVICE DELIVERY (BSD)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71800"/>
            <a:ext cx="7680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Cumplimiento riguroso de los Baroid 4 Key Control Points y Baroid Fluids Handbook.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Plan de Calibración Anual de equipos de laboratorio (Balanza, FANN, HPHT, ES Meter).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Gestión química integral: QC DOC (lotes y vencimientos) y hojas SDS BARATAG.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103" y="4526280"/>
            <a:ext cx="1100114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7103" y="4526280"/>
            <a:ext cx="2926080" cy="1508760"/>
          </a:xfrm>
          <a:prstGeom prst="rect">
            <a:avLst/>
          </a:prstGeom>
          <a:solidFill>
            <a:srgbClr val="2A2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BIBLIOTECA &amp; GESTIÓN INTEGRADA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7680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Acceso inmediato a normas API vía Accuris e instaladores oficiales DFG / Wellsight.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Catálogo interactivo de más de 20 videos técnicos de ensayos en Halliburton TV.</a:t>
            </a:r>
          </a:p>
          <a:p>
            <a:pPr>
              <a:spcAft>
                <a:spcPts val="3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Sistemas de personas: SuccessFactors, Journey Management, Learning Central y Recibo de Sueldo.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F30"/>
                </a:solidFill>
                <a:latin typeface="Arial"/>
              </a:defRPr>
            </a:pPr>
            <a:r>
              <a:t>Impacto y Visión Futura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555555"/>
                </a:solidFill>
                <a:latin typeface="Arial"/>
              </a:defRPr>
            </a:pPr>
            <a:r>
              <a:t>Eficiencia Operativa, Retorno de Inversión (ROI) y Hoja de Ruta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Impacto en el Negocio: Eficiencia, Seguridad de Procesos y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5376672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1371600"/>
            <a:ext cx="5010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EFICIENCIA OPERATIVA</a:t>
            </a:r>
          </a:p>
          <a:p>
            <a:pPr>
              <a:spcAft>
                <a:spcPts val="400"/>
              </a:spcAft>
              <a:defRPr sz="2200" b="1">
                <a:solidFill>
                  <a:srgbClr val="2A2F30"/>
                </a:solidFill>
                <a:latin typeface="Arial"/>
              </a:defRPr>
            </a:pPr>
            <a:r>
              <a:t>2.5 Horas / Día</a:t>
            </a:r>
          </a:p>
          <a:p>
            <a:pPr>
              <a:defRPr sz="1000">
                <a:solidFill>
                  <a:srgbClr val="555555"/>
                </a:solidFill>
                <a:latin typeface="Arial"/>
              </a:defRPr>
            </a:pPr>
            <a:r>
              <a:t>Ahorro de tiempo por ingeniero de campo en cálculos, conciliaciones y búsqueda de documentación técnica.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0663" y="1234440"/>
            <a:ext cx="53766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3543" y="1371600"/>
            <a:ext cx="5010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PREVENCIÓN DE NPT</a:t>
            </a:r>
          </a:p>
          <a:p>
            <a:pPr>
              <a:spcAft>
                <a:spcPts val="400"/>
              </a:spcAft>
              <a:defRPr sz="2200" b="1">
                <a:solidFill>
                  <a:srgbClr val="2A2F30"/>
                </a:solidFill>
                <a:latin typeface="Arial"/>
              </a:defRPr>
            </a:pPr>
            <a:r>
              <a:t>Cero Fallas</a:t>
            </a:r>
          </a:p>
          <a:p>
            <a:pPr>
              <a:defRPr sz="1000">
                <a:solidFill>
                  <a:srgbClr val="555555"/>
                </a:solidFill>
                <a:latin typeface="Arial"/>
              </a:defRPr>
            </a:pPr>
            <a:r>
              <a:t>Mitigación de riesgos operacionales por errores de sobredensificación, desbalance de piletas o incompatibilidades.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103" y="3703320"/>
            <a:ext cx="53766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" y="3840480"/>
            <a:ext cx="5010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CURVA DE APRENDIZAJE</a:t>
            </a:r>
          </a:p>
          <a:p>
            <a:pPr>
              <a:spcAft>
                <a:spcPts val="400"/>
              </a:spcAft>
              <a:defRPr sz="2200" b="1">
                <a:solidFill>
                  <a:srgbClr val="2A2F30"/>
                </a:solidFill>
                <a:latin typeface="Arial"/>
              </a:defRPr>
            </a:pPr>
            <a:r>
              <a:t>-60% Tiempo</a:t>
            </a:r>
          </a:p>
          <a:p>
            <a:pPr>
              <a:defRPr sz="1000">
                <a:solidFill>
                  <a:srgbClr val="555555"/>
                </a:solidFill>
                <a:latin typeface="Arial"/>
              </a:defRPr>
            </a:pPr>
            <a:r>
              <a:t>Aceleración en la capacitación y autonomía de nuevos ingenieros de fluidos y pasantes técnicos en locación.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0663" y="3703320"/>
            <a:ext cx="53766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3543" y="3840480"/>
            <a:ext cx="5010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ESTANDARIZACIÓN</a:t>
            </a:r>
          </a:p>
          <a:p>
            <a:pPr>
              <a:spcAft>
                <a:spcPts val="400"/>
              </a:spcAft>
              <a:defRPr sz="2200" b="1">
                <a:solidFill>
                  <a:srgbClr val="2A2F30"/>
                </a:solidFill>
                <a:latin typeface="Arial"/>
              </a:defRPr>
            </a:pPr>
            <a:r>
              <a:t>100% Homogéneo</a:t>
            </a:r>
          </a:p>
          <a:p>
            <a:pPr>
              <a:defRPr sz="1000">
                <a:solidFill>
                  <a:srgbClr val="555555"/>
                </a:solidFill>
                <a:latin typeface="Arial"/>
              </a:defRPr>
            </a:pPr>
            <a:r>
              <a:t>Garantía de aplicación de la misma metodología de cálculo y calidad de servicio en todos los equipos de la cuenca.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103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C0000"/>
                </a:solidFill>
                <a:latin typeface="Arial"/>
              </a:defRPr>
            </a:pPr>
            <a:r>
              <a:t>BAROID HUB | INNOVACIÓN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03" y="457200"/>
            <a:ext cx="1101029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2F30"/>
                </a:solidFill>
                <a:latin typeface="Arial"/>
              </a:defRPr>
            </a:pPr>
            <a:r>
              <a:t>Escalabilidad, Visión Futura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103" y="1078992"/>
            <a:ext cx="11001146" cy="1371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8C8C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173" y="6454749"/>
            <a:ext cx="1766620" cy="127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5879"/>
            <a:ext cx="12191695" cy="521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103" y="1234440"/>
            <a:ext cx="35204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" y="13716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FASE 1: CONSOLIDACIÓN &amp; VALIDACIÓN</a:t>
            </a:r>
          </a:p>
          <a:p>
            <a:pPr>
              <a:spcAft>
                <a:spcPts val="1000"/>
              </a:spcAft>
              <a:defRPr sz="900" b="1">
                <a:solidFill>
                  <a:srgbClr val="555555"/>
                </a:solidFill>
                <a:latin typeface="Arial"/>
              </a:defRPr>
            </a:pPr>
            <a:r>
              <a:t>Estado: Implementado y Validado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Despliegue de Baroid Hub en equipos piloto.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Validación algorítmica por especialistas senior.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Módulos de fluidos, piletas e inventario 100% operativos.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6143" y="12344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3303" y="13716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FASE 2: ESTANDARIZACIÓN REGIONAL</a:t>
            </a:r>
          </a:p>
          <a:p>
            <a:pPr>
              <a:spcAft>
                <a:spcPts val="1000"/>
              </a:spcAft>
              <a:defRPr sz="900" b="1">
                <a:solidFill>
                  <a:srgbClr val="555555"/>
                </a:solidFill>
                <a:latin typeface="Arial"/>
              </a:defRPr>
            </a:pPr>
            <a:r>
              <a:t>Objetivo: Corto Plazo (Q3-Q4)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Homologación como estándar oficial Baroid Argentina / LAM.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Distribución y capacitación a todos los ingenieros de campo.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Centralización de reportes PDF y auditorías de servicio.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5183" y="12344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343" y="13716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FASE 3: INTEGRACIÓN CORPORATIVA</a:t>
            </a:r>
          </a:p>
          <a:p>
            <a:pPr>
              <a:spcAft>
                <a:spcPts val="1000"/>
              </a:spcAft>
              <a:defRPr sz="900" b="1">
                <a:solidFill>
                  <a:srgbClr val="555555"/>
                </a:solidFill>
                <a:latin typeface="Arial"/>
              </a:defRPr>
            </a:pPr>
            <a:r>
              <a:t>Objetivo: Mediano Plazo (2027)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Conexión API con sistemas Landmark (DFG / Wellsight).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Integración de telemetría de sensores en piletas en tiempo real.</a:t>
            </a:r>
          </a:p>
          <a:p>
            <a:pPr>
              <a:spcAft>
                <a:spcPts val="600"/>
              </a:spcAft>
              <a:defRPr sz="950">
                <a:solidFill>
                  <a:srgbClr val="2A2F30"/>
                </a:solidFill>
                <a:latin typeface="Arial"/>
              </a:defRPr>
            </a:pPr>
            <a:r>
              <a:t>•  Módulo predictivo de hidráulica de perforación avanzada.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103" y="4709160"/>
            <a:ext cx="11001146" cy="1417320"/>
          </a:xfrm>
          <a:prstGeom prst="rect">
            <a:avLst/>
          </a:prstGeom>
          <a:solidFill>
            <a:srgbClr val="FEF2F2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CC0000"/>
                </a:solidFill>
                <a:latin typeface="Arial"/>
              </a:defRPr>
            </a:pPr>
            <a:r>
              <a:t>CONCLUSIÓN ESTRATÉGICA PARA GERENCIA</a:t>
            </a:r>
          </a:p>
          <a:p>
            <a:pPr>
              <a:defRPr sz="1000">
                <a:solidFill>
                  <a:srgbClr val="2A2F30"/>
                </a:solidFill>
                <a:latin typeface="Arial"/>
              </a:defRPr>
            </a:pPr>
            <a:r>
              <a:t>Baroid Hub no es solo una calculadora de campo; es una solución integral de transformación digital desarrollada desde la experiencia real en el pozo. Eleva la productividad, garantiza la exactitud técnica de los cálculos, protege la integridad del activo y posiciona a Halliburton como referente indiscutido de innovación y excelencia operativa.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F30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300">
                <a:solidFill>
                  <a:srgbClr val="555555"/>
                </a:solidFill>
                <a:latin typeface="Arial"/>
              </a:defRPr>
            </a:pPr>
            <a:r>
              <a:t>Drilling Fluid Specialist / Baroid Field Operations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 b="1">
                <a:solidFill>
                  <a:srgbClr val="2A2F30"/>
                </a:solidFill>
                <a:latin typeface="Arial"/>
              </a:defRPr>
            </a:pPr>
            <a:r>
              <a:t>Email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000">
                <a:solidFill>
                  <a:srgbClr val="2A2F30"/>
                </a:solidFill>
                <a:latin typeface="Arial"/>
              </a:defRPr>
            </a:pPr>
            <a:r>
              <a:t>xaviercustodio.rinaudo2@halliburton.com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defRPr sz="1200" b="1">
                <a:solidFill>
                  <a:srgbClr val="2A2F30"/>
                </a:solidFill>
                <a:latin typeface="Arial"/>
              </a:defRPr>
            </a:pPr>
            <a:r>
              <a:t>Phone Number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defRPr sz="1000">
                <a:solidFill>
                  <a:srgbClr val="2A2F30"/>
                </a:solidFill>
                <a:latin typeface="Arial"/>
              </a:defRPr>
            </a:pPr>
            <a:r>
              <a:t>+54 9 3424864743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>
              <a:defRPr sz="1200" b="1">
                <a:solidFill>
                  <a:srgbClr val="2A2F30"/>
                </a:solidFill>
                <a:latin typeface="Arial"/>
              </a:defRPr>
            </a:pPr>
            <a:r>
              <a:t>Location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pPr>
              <a:defRPr sz="1000">
                <a:solidFill>
                  <a:srgbClr val="2A2F30"/>
                </a:solidFill>
                <a:latin typeface="Arial"/>
              </a:defRPr>
            </a:pPr>
            <a:r>
              <a:t>Neuquen, Argentina (8300)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HAL-Color-Palette">
      <a:dk1>
        <a:srgbClr val="2A2F30"/>
      </a:dk1>
      <a:lt1>
        <a:srgbClr val="FFFFFF"/>
      </a:lt1>
      <a:dk2>
        <a:srgbClr val="2A2F30"/>
      </a:dk2>
      <a:lt2>
        <a:srgbClr val="EFF0EF"/>
      </a:lt2>
      <a:accent1>
        <a:srgbClr val="CC0000"/>
      </a:accent1>
      <a:accent2>
        <a:srgbClr val="8E979D"/>
      </a:accent2>
      <a:accent3>
        <a:srgbClr val="8E1A29"/>
      </a:accent3>
      <a:accent4>
        <a:srgbClr val="06868C"/>
      </a:accent4>
      <a:accent5>
        <a:srgbClr val="E57751"/>
      </a:accent5>
      <a:accent6>
        <a:srgbClr val="EFC04B"/>
      </a:accent6>
      <a:hlink>
        <a:srgbClr val="CC0000"/>
      </a:hlink>
      <a:folHlink>
        <a:srgbClr val="2A2F30"/>
      </a:folHlink>
    </a:clrScheme>
    <a:fontScheme name="HAL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lliburton-PPT-Template-2025.pptx" id="{9A534CAA-5B05-49D0-A4A8-0FA5FDE1A9A5}" vid="{14D044AD-1B33-4A0E-8E21-FEE26698DF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063a2e-62aa-4c58-8c8d-117984ba487c">
      <Terms xmlns="http://schemas.microsoft.com/office/infopath/2007/PartnerControls"/>
    </lcf76f155ced4ddcb4097134ff3c332f>
    <TaxCatchAll xmlns="24d64c52-3d99-47e3-8999-002228a25fb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A0C3C6BF5A3C45A3DDF218970EDF6A" ma:contentTypeVersion="13" ma:contentTypeDescription="Create a new document." ma:contentTypeScope="" ma:versionID="0f1d4697f7f0134e9e92f10bb9065b32">
  <xsd:schema xmlns:xsd="http://www.w3.org/2001/XMLSchema" xmlns:xs="http://www.w3.org/2001/XMLSchema" xmlns:p="http://schemas.microsoft.com/office/2006/metadata/properties" xmlns:ns2="8c063a2e-62aa-4c58-8c8d-117984ba487c" xmlns:ns3="24d64c52-3d99-47e3-8999-002228a25fb8" targetNamespace="http://schemas.microsoft.com/office/2006/metadata/properties" ma:root="true" ma:fieldsID="0bca97119aa3bfcf30cda7546b7bf52a" ns2:_="" ns3:_="">
    <xsd:import namespace="8c063a2e-62aa-4c58-8c8d-117984ba487c"/>
    <xsd:import namespace="24d64c52-3d99-47e3-8999-002228a25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063a2e-62aa-4c58-8c8d-117984ba4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5c5dac9-48b1-49de-8202-e6ad6a3c0e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d64c52-3d99-47e3-8999-002228a25fb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0e93607-3ca3-45a8-bb17-613b34074b95}" ma:internalName="TaxCatchAll" ma:showField="CatchAllData" ma:web="24d64c52-3d99-47e3-8999-002228a25f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38D1B-DD3F-438B-9224-6DB89E220183}">
  <ds:schemaRefs>
    <ds:schemaRef ds:uri="http://schemas.microsoft.com/office/2006/metadata/properties"/>
    <ds:schemaRef ds:uri="http://schemas.microsoft.com/office/infopath/2007/PartnerControls"/>
    <ds:schemaRef ds:uri="8c063a2e-62aa-4c58-8c8d-117984ba487c"/>
    <ds:schemaRef ds:uri="24d64c52-3d99-47e3-8999-002228a25fb8"/>
  </ds:schemaRefs>
</ds:datastoreItem>
</file>

<file path=customXml/itemProps2.xml><?xml version="1.0" encoding="utf-8"?>
<ds:datastoreItem xmlns:ds="http://schemas.openxmlformats.org/officeDocument/2006/customXml" ds:itemID="{97C15E8A-0CF2-4AA9-B4BC-31FF36A92B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B78D9F-B539-44CE-B218-048E1DCA37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063a2e-62aa-4c58-8c8d-117984ba487c"/>
    <ds:schemaRef ds:uri="24d64c52-3d99-47e3-8999-002228a25f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ad6f6f2-a951-4904-b531-92e1207fc7a5}" enabled="1" method="Standard" siteId="{b7be7686-6f97-4db7-9081-a23cf09a96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12764</TotalTime>
  <Words>949</Words>
  <Application>Microsoft Office PowerPoint</Application>
  <PresentationFormat>Widescreen</PresentationFormat>
  <Paragraphs>262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Rubik</vt:lpstr>
      <vt:lpstr>Rubik Light</vt:lpstr>
      <vt:lpstr>Wingdings</vt:lpstr>
      <vt:lpstr>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How To Use This Template</vt:lpstr>
      <vt:lpstr>Presentation Quality Checklist</vt:lpstr>
      <vt:lpstr>Title and Content (32pt Arial) </vt:lpstr>
      <vt:lpstr>Color</vt:lpstr>
      <vt:lpstr>Charts and Graphs</vt:lpstr>
      <vt:lpstr>Charts and Graphs</vt:lpstr>
      <vt:lpstr>Tables</vt:lpstr>
      <vt:lpstr>Table Examples</vt:lpstr>
      <vt:lpstr>Maps</vt:lpstr>
      <vt:lpstr>Data Sheet</vt:lpstr>
      <vt:lpstr>Case Study</vt:lpstr>
      <vt:lpstr>Product Spotlight</vt:lpstr>
      <vt:lpstr>Product Spotlight Color</vt:lpstr>
      <vt:lpstr>Blank Slide</vt:lpstr>
      <vt:lpstr>Copy Slide</vt:lpstr>
      <vt:lpstr>Copy + Bullet Slide</vt:lpstr>
      <vt:lpstr>Comparison Slide</vt:lpstr>
      <vt:lpstr>Comparison 2</vt:lpstr>
      <vt:lpstr>Contact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Carleton Smith</dc:creator>
  <cp:lastModifiedBy>Michael Shurtleff</cp:lastModifiedBy>
  <cp:revision>109</cp:revision>
  <dcterms:created xsi:type="dcterms:W3CDTF">2023-04-19T14:57:49Z</dcterms:created>
  <dcterms:modified xsi:type="dcterms:W3CDTF">2025-01-06T15:24:59Z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0x0101005FA0C3C6BF5A3C45A3DDF218970EDF6A</vt:lpwstr>
  </property>
</Properties>
</file>